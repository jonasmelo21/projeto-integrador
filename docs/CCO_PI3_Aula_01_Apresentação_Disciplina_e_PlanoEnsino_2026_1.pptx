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62" r:id="rId4"/>
    <p:sldId id="264" r:id="rId5"/>
    <p:sldId id="265" r:id="rId6"/>
    <p:sldId id="267" r:id="rId7"/>
    <p:sldId id="268" r:id="rId8"/>
    <p:sldId id="269" r:id="rId9"/>
    <p:sldId id="652" r:id="rId10"/>
    <p:sldId id="653" r:id="rId11"/>
    <p:sldId id="654" r:id="rId12"/>
    <p:sldId id="627" r:id="rId13"/>
    <p:sldId id="628" r:id="rId14"/>
    <p:sldId id="629" r:id="rId15"/>
    <p:sldId id="271" r:id="rId16"/>
    <p:sldId id="655" r:id="rId17"/>
    <p:sldId id="637" r:id="rId18"/>
    <p:sldId id="656" r:id="rId19"/>
    <p:sldId id="651" r:id="rId20"/>
    <p:sldId id="657" r:id="rId21"/>
    <p:sldId id="639" r:id="rId22"/>
    <p:sldId id="280" r:id="rId23"/>
    <p:sldId id="276" r:id="rId24"/>
    <p:sldId id="294" r:id="rId25"/>
    <p:sldId id="640" r:id="rId26"/>
    <p:sldId id="642" r:id="rId27"/>
    <p:sldId id="648" r:id="rId28"/>
    <p:sldId id="649" r:id="rId29"/>
    <p:sldId id="297" r:id="rId30"/>
    <p:sldId id="281" r:id="rId31"/>
    <p:sldId id="282" r:id="rId32"/>
    <p:sldId id="277" r:id="rId33"/>
    <p:sldId id="278" r:id="rId34"/>
    <p:sldId id="258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rgio Cozzetti Bertoldi de Souza" userId="04f2f3b288400fbd" providerId="LiveId" clId="{985F7393-A612-49A8-A07C-5663822C7A9F}"/>
    <pc:docChg chg="undo custSel addSld delSld modSld sldOrd">
      <pc:chgData name="Sérgio Cozzetti Bertoldi de Souza" userId="04f2f3b288400fbd" providerId="LiveId" clId="{985F7393-A612-49A8-A07C-5663822C7A9F}" dt="2025-07-27T22:54:41.209" v="785" actId="20577"/>
      <pc:docMkLst>
        <pc:docMk/>
      </pc:docMkLst>
      <pc:sldChg chg="modSp mod">
        <pc:chgData name="Sérgio Cozzetti Bertoldi de Souza" userId="04f2f3b288400fbd" providerId="LiveId" clId="{985F7393-A612-49A8-A07C-5663822C7A9F}" dt="2025-07-27T19:23:05.449" v="364" actId="113"/>
        <pc:sldMkLst>
          <pc:docMk/>
          <pc:sldMk cId="3136090126" sldId="271"/>
        </pc:sldMkLst>
        <pc:spChg chg="mod">
          <ac:chgData name="Sérgio Cozzetti Bertoldi de Souza" userId="04f2f3b288400fbd" providerId="LiveId" clId="{985F7393-A612-49A8-A07C-5663822C7A9F}" dt="2025-07-27T19:23:05.449" v="364" actId="113"/>
          <ac:spMkLst>
            <pc:docMk/>
            <pc:sldMk cId="3136090126" sldId="271"/>
            <ac:spMk id="3" creationId="{00000000-0000-0000-0000-000000000000}"/>
          </ac:spMkLst>
        </pc:spChg>
      </pc:sldChg>
      <pc:sldChg chg="delSp modSp mod ord">
        <pc:chgData name="Sérgio Cozzetti Bertoldi de Souza" userId="04f2f3b288400fbd" providerId="LiveId" clId="{985F7393-A612-49A8-A07C-5663822C7A9F}" dt="2025-07-27T22:54:41.209" v="785" actId="20577"/>
        <pc:sldMkLst>
          <pc:docMk/>
          <pc:sldMk cId="0" sldId="294"/>
        </pc:sldMkLst>
        <pc:spChg chg="mod">
          <ac:chgData name="Sérgio Cozzetti Bertoldi de Souza" userId="04f2f3b288400fbd" providerId="LiveId" clId="{985F7393-A612-49A8-A07C-5663822C7A9F}" dt="2025-07-27T22:54:41.209" v="785" actId="20577"/>
          <ac:spMkLst>
            <pc:docMk/>
            <pc:sldMk cId="0" sldId="294"/>
            <ac:spMk id="3" creationId="{00000000-0000-0000-0000-000000000000}"/>
          </ac:spMkLst>
        </pc:spChg>
        <pc:spChg chg="del">
          <ac:chgData name="Sérgio Cozzetti Bertoldi de Souza" userId="04f2f3b288400fbd" providerId="LiveId" clId="{985F7393-A612-49A8-A07C-5663822C7A9F}" dt="2025-07-27T19:17:09.963" v="149" actId="478"/>
          <ac:spMkLst>
            <pc:docMk/>
            <pc:sldMk cId="0" sldId="294"/>
            <ac:spMk id="4" creationId="{931207A8-12FA-4356-90BE-118847C493B1}"/>
          </ac:spMkLst>
        </pc:spChg>
      </pc:sldChg>
      <pc:sldChg chg="del">
        <pc:chgData name="Sérgio Cozzetti Bertoldi de Souza" userId="04f2f3b288400fbd" providerId="LiveId" clId="{985F7393-A612-49A8-A07C-5663822C7A9F}" dt="2025-07-27T19:18:04.991" v="215" actId="47"/>
        <pc:sldMkLst>
          <pc:docMk/>
          <pc:sldMk cId="0" sldId="295"/>
        </pc:sldMkLst>
      </pc:sldChg>
      <pc:sldChg chg="modSp mod">
        <pc:chgData name="Sérgio Cozzetti Bertoldi de Souza" userId="04f2f3b288400fbd" providerId="LiveId" clId="{985F7393-A612-49A8-A07C-5663822C7A9F}" dt="2025-07-27T19:19:50.455" v="318" actId="6549"/>
        <pc:sldMkLst>
          <pc:docMk/>
          <pc:sldMk cId="0" sldId="629"/>
        </pc:sldMkLst>
        <pc:spChg chg="mod">
          <ac:chgData name="Sérgio Cozzetti Bertoldi de Souza" userId="04f2f3b288400fbd" providerId="LiveId" clId="{985F7393-A612-49A8-A07C-5663822C7A9F}" dt="2025-07-27T19:19:50.455" v="318" actId="6549"/>
          <ac:spMkLst>
            <pc:docMk/>
            <pc:sldMk cId="0" sldId="629"/>
            <ac:spMk id="242" creationId="{00000000-0000-0000-0000-000000000000}"/>
          </ac:spMkLst>
        </pc:spChg>
      </pc:sldChg>
      <pc:sldChg chg="del">
        <pc:chgData name="Sérgio Cozzetti Bertoldi de Souza" userId="04f2f3b288400fbd" providerId="LiveId" clId="{985F7393-A612-49A8-A07C-5663822C7A9F}" dt="2025-07-27T19:18:04.991" v="215" actId="47"/>
        <pc:sldMkLst>
          <pc:docMk/>
          <pc:sldMk cId="0" sldId="634"/>
        </pc:sldMkLst>
      </pc:sldChg>
      <pc:sldChg chg="del">
        <pc:chgData name="Sérgio Cozzetti Bertoldi de Souza" userId="04f2f3b288400fbd" providerId="LiveId" clId="{985F7393-A612-49A8-A07C-5663822C7A9F}" dt="2025-07-27T19:18:04.991" v="215" actId="47"/>
        <pc:sldMkLst>
          <pc:docMk/>
          <pc:sldMk cId="0" sldId="635"/>
        </pc:sldMkLst>
      </pc:sldChg>
      <pc:sldChg chg="del">
        <pc:chgData name="Sérgio Cozzetti Bertoldi de Souza" userId="04f2f3b288400fbd" providerId="LiveId" clId="{985F7393-A612-49A8-A07C-5663822C7A9F}" dt="2025-07-27T19:18:04.991" v="215" actId="47"/>
        <pc:sldMkLst>
          <pc:docMk/>
          <pc:sldMk cId="0" sldId="636"/>
        </pc:sldMkLst>
      </pc:sldChg>
      <pc:sldChg chg="modSp mod">
        <pc:chgData name="Sérgio Cozzetti Bertoldi de Souza" userId="04f2f3b288400fbd" providerId="LiveId" clId="{985F7393-A612-49A8-A07C-5663822C7A9F}" dt="2025-07-27T19:24:57.466" v="418" actId="27636"/>
        <pc:sldMkLst>
          <pc:docMk/>
          <pc:sldMk cId="3525301514" sldId="637"/>
        </pc:sldMkLst>
        <pc:spChg chg="mod">
          <ac:chgData name="Sérgio Cozzetti Bertoldi de Souza" userId="04f2f3b288400fbd" providerId="LiveId" clId="{985F7393-A612-49A8-A07C-5663822C7A9F}" dt="2025-07-27T19:24:57.466" v="418" actId="27636"/>
          <ac:spMkLst>
            <pc:docMk/>
            <pc:sldMk cId="3525301514" sldId="637"/>
            <ac:spMk id="3" creationId="{00000000-0000-0000-0000-000000000000}"/>
          </ac:spMkLst>
        </pc:spChg>
      </pc:sldChg>
      <pc:sldChg chg="modSp mod">
        <pc:chgData name="Sérgio Cozzetti Bertoldi de Souza" userId="04f2f3b288400fbd" providerId="LiveId" clId="{985F7393-A612-49A8-A07C-5663822C7A9F}" dt="2025-07-27T19:27:19.570" v="524" actId="6549"/>
        <pc:sldMkLst>
          <pc:docMk/>
          <pc:sldMk cId="3916167677" sldId="639"/>
        </pc:sldMkLst>
        <pc:spChg chg="mod">
          <ac:chgData name="Sérgio Cozzetti Bertoldi de Souza" userId="04f2f3b288400fbd" providerId="LiveId" clId="{985F7393-A612-49A8-A07C-5663822C7A9F}" dt="2025-07-27T19:27:19.570" v="524" actId="6549"/>
          <ac:spMkLst>
            <pc:docMk/>
            <pc:sldMk cId="3916167677" sldId="639"/>
            <ac:spMk id="3" creationId="{00000000-0000-0000-0000-000000000000}"/>
          </ac:spMkLst>
        </pc:spChg>
      </pc:sldChg>
      <pc:sldChg chg="del">
        <pc:chgData name="Sérgio Cozzetti Bertoldi de Souza" userId="04f2f3b288400fbd" providerId="LiveId" clId="{985F7393-A612-49A8-A07C-5663822C7A9F}" dt="2025-07-27T19:25:28.040" v="424" actId="47"/>
        <pc:sldMkLst>
          <pc:docMk/>
          <pc:sldMk cId="187903631" sldId="641"/>
        </pc:sldMkLst>
      </pc:sldChg>
      <pc:sldChg chg="addSp delSp modSp mod">
        <pc:chgData name="Sérgio Cozzetti Bertoldi de Souza" userId="04f2f3b288400fbd" providerId="LiveId" clId="{985F7393-A612-49A8-A07C-5663822C7A9F}" dt="2025-07-27T20:25:04.612" v="675" actId="113"/>
        <pc:sldMkLst>
          <pc:docMk/>
          <pc:sldMk cId="2398196490" sldId="642"/>
        </pc:sldMkLst>
        <pc:graphicFrameChg chg="add del mod modGraphic">
          <ac:chgData name="Sérgio Cozzetti Bertoldi de Souza" userId="04f2f3b288400fbd" providerId="LiveId" clId="{985F7393-A612-49A8-A07C-5663822C7A9F}" dt="2025-07-27T20:18:34.436" v="603" actId="478"/>
          <ac:graphicFrameMkLst>
            <pc:docMk/>
            <pc:sldMk cId="2398196490" sldId="642"/>
            <ac:graphicFrameMk id="3" creationId="{5F39C9FC-D68B-422C-BC08-62BFBA1B13AB}"/>
          </ac:graphicFrameMkLst>
        </pc:graphicFrameChg>
        <pc:graphicFrameChg chg="add del mod modGraphic">
          <ac:chgData name="Sérgio Cozzetti Bertoldi de Souza" userId="04f2f3b288400fbd" providerId="LiveId" clId="{985F7393-A612-49A8-A07C-5663822C7A9F}" dt="2025-07-27T20:21:31.852" v="623" actId="478"/>
          <ac:graphicFrameMkLst>
            <pc:docMk/>
            <pc:sldMk cId="2398196490" sldId="642"/>
            <ac:graphicFrameMk id="4" creationId="{5B56A80A-8F0B-44CA-AEFD-7DDB3D110B7C}"/>
          </ac:graphicFrameMkLst>
        </pc:graphicFrameChg>
        <pc:graphicFrameChg chg="add mod modGraphic">
          <ac:chgData name="Sérgio Cozzetti Bertoldi de Souza" userId="04f2f3b288400fbd" providerId="LiveId" clId="{985F7393-A612-49A8-A07C-5663822C7A9F}" dt="2025-07-27T20:25:04.612" v="675" actId="113"/>
          <ac:graphicFrameMkLst>
            <pc:docMk/>
            <pc:sldMk cId="2398196490" sldId="642"/>
            <ac:graphicFrameMk id="5" creationId="{5BDFCDAE-2883-4423-A468-C0EB5A340DAD}"/>
          </ac:graphicFrameMkLst>
        </pc:graphicFrameChg>
        <pc:graphicFrameChg chg="del">
          <ac:chgData name="Sérgio Cozzetti Bertoldi de Souza" userId="04f2f3b288400fbd" providerId="LiveId" clId="{985F7393-A612-49A8-A07C-5663822C7A9F}" dt="2025-07-27T20:14:12.854" v="582" actId="478"/>
          <ac:graphicFrameMkLst>
            <pc:docMk/>
            <pc:sldMk cId="2398196490" sldId="642"/>
            <ac:graphicFrameMk id="7" creationId="{B593ABC1-82EF-49C9-B633-D499DF827547}"/>
          </ac:graphicFrameMkLst>
        </pc:graphicFrameChg>
      </pc:sldChg>
      <pc:sldChg chg="modSp mod">
        <pc:chgData name="Sérgio Cozzetti Bertoldi de Souza" userId="04f2f3b288400fbd" providerId="LiveId" clId="{985F7393-A612-49A8-A07C-5663822C7A9F}" dt="2025-07-27T21:47:15.533" v="702" actId="20577"/>
        <pc:sldMkLst>
          <pc:docMk/>
          <pc:sldMk cId="3184652865" sldId="648"/>
        </pc:sldMkLst>
        <pc:graphicFrameChg chg="modGraphic">
          <ac:chgData name="Sérgio Cozzetti Bertoldi de Souza" userId="04f2f3b288400fbd" providerId="LiveId" clId="{985F7393-A612-49A8-A07C-5663822C7A9F}" dt="2025-07-27T21:47:15.533" v="702" actId="20577"/>
          <ac:graphicFrameMkLst>
            <pc:docMk/>
            <pc:sldMk cId="3184652865" sldId="648"/>
            <ac:graphicFrameMk id="5" creationId="{2E840581-B533-4213-A554-4D5B27EA80FF}"/>
          </ac:graphicFrameMkLst>
        </pc:graphicFrameChg>
      </pc:sldChg>
      <pc:sldChg chg="modSp add mod">
        <pc:chgData name="Sérgio Cozzetti Bertoldi de Souza" userId="04f2f3b288400fbd" providerId="LiveId" clId="{985F7393-A612-49A8-A07C-5663822C7A9F}" dt="2025-07-27T19:25:13.638" v="423" actId="20577"/>
        <pc:sldMkLst>
          <pc:docMk/>
          <pc:sldMk cId="2778979947" sldId="650"/>
        </pc:sldMkLst>
        <pc:spChg chg="mod">
          <ac:chgData name="Sérgio Cozzetti Bertoldi de Souza" userId="04f2f3b288400fbd" providerId="LiveId" clId="{985F7393-A612-49A8-A07C-5663822C7A9F}" dt="2025-07-27T19:25:13.638" v="423" actId="20577"/>
          <ac:spMkLst>
            <pc:docMk/>
            <pc:sldMk cId="2778979947" sldId="650"/>
            <ac:spMk id="2" creationId="{00000000-0000-0000-0000-000000000000}"/>
          </ac:spMkLst>
        </pc:spChg>
        <pc:spChg chg="mod">
          <ac:chgData name="Sérgio Cozzetti Bertoldi de Souza" userId="04f2f3b288400fbd" providerId="LiveId" clId="{985F7393-A612-49A8-A07C-5663822C7A9F}" dt="2025-07-27T19:25:03.977" v="420" actId="27636"/>
          <ac:spMkLst>
            <pc:docMk/>
            <pc:sldMk cId="2778979947" sldId="650"/>
            <ac:spMk id="3" creationId="{00000000-0000-0000-0000-000000000000}"/>
          </ac:spMkLst>
        </pc:spChg>
      </pc:sldChg>
      <pc:sldChg chg="modSp add mod">
        <pc:chgData name="Sérgio Cozzetti Bertoldi de Souza" userId="04f2f3b288400fbd" providerId="LiveId" clId="{985F7393-A612-49A8-A07C-5663822C7A9F}" dt="2025-07-27T19:26:13.130" v="452" actId="6549"/>
        <pc:sldMkLst>
          <pc:docMk/>
          <pc:sldMk cId="4140553913" sldId="651"/>
        </pc:sldMkLst>
        <pc:spChg chg="mod">
          <ac:chgData name="Sérgio Cozzetti Bertoldi de Souza" userId="04f2f3b288400fbd" providerId="LiveId" clId="{985F7393-A612-49A8-A07C-5663822C7A9F}" dt="2025-07-27T19:25:39.057" v="436" actId="20577"/>
          <ac:spMkLst>
            <pc:docMk/>
            <pc:sldMk cId="4140553913" sldId="651"/>
            <ac:spMk id="2" creationId="{00000000-0000-0000-0000-000000000000}"/>
          </ac:spMkLst>
        </pc:spChg>
        <pc:spChg chg="mod">
          <ac:chgData name="Sérgio Cozzetti Bertoldi de Souza" userId="04f2f3b288400fbd" providerId="LiveId" clId="{985F7393-A612-49A8-A07C-5663822C7A9F}" dt="2025-07-27T19:26:13.130" v="452" actId="6549"/>
          <ac:spMkLst>
            <pc:docMk/>
            <pc:sldMk cId="4140553913" sldId="651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FA7D5-9EFD-4746-8D42-80052B7F9F2B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E898218-D9DC-4008-9187-325F00388D9E}">
      <dgm:prSet phldrT="[Texto]"/>
      <dgm:spPr/>
      <dgm:t>
        <a:bodyPr/>
        <a:lstStyle/>
        <a:p>
          <a:r>
            <a:rPr lang="pt-BR" dirty="0"/>
            <a:t>SGI</a:t>
          </a:r>
        </a:p>
      </dgm:t>
    </dgm:pt>
    <dgm:pt modelId="{0290D2F6-C33C-40B3-96A3-2AC37C499546}" type="parTrans" cxnId="{8112298E-E4E7-4878-B5C4-0E1AE1E41E0B}">
      <dgm:prSet/>
      <dgm:spPr/>
      <dgm:t>
        <a:bodyPr/>
        <a:lstStyle/>
        <a:p>
          <a:endParaRPr lang="pt-BR"/>
        </a:p>
      </dgm:t>
    </dgm:pt>
    <dgm:pt modelId="{97EEF095-5355-4AAC-8B7B-F653C4DFDF8C}" type="sibTrans" cxnId="{8112298E-E4E7-4878-B5C4-0E1AE1E41E0B}">
      <dgm:prSet/>
      <dgm:spPr/>
      <dgm:t>
        <a:bodyPr/>
        <a:lstStyle/>
        <a:p>
          <a:endParaRPr lang="pt-BR"/>
        </a:p>
      </dgm:t>
    </dgm:pt>
    <dgm:pt modelId="{74972612-0631-406D-927E-E8BFC8B0C185}">
      <dgm:prSet phldrT="[Texto]" custT="1"/>
      <dgm:spPr/>
      <dgm:t>
        <a:bodyPr/>
        <a:lstStyle/>
        <a:p>
          <a:r>
            <a:rPr lang="pt-BR" sz="1400" dirty="0"/>
            <a:t>Bancos</a:t>
          </a:r>
          <a:endParaRPr lang="pt-BR" sz="1050" dirty="0"/>
        </a:p>
      </dgm:t>
    </dgm:pt>
    <dgm:pt modelId="{1ECB0FEB-01FE-488B-B1D5-753B3963F50F}" type="parTrans" cxnId="{BE248AB6-9DB5-4AEF-B82C-E706F5C5D97D}">
      <dgm:prSet/>
      <dgm:spPr/>
      <dgm:t>
        <a:bodyPr/>
        <a:lstStyle/>
        <a:p>
          <a:endParaRPr lang="pt-BR"/>
        </a:p>
      </dgm:t>
    </dgm:pt>
    <dgm:pt modelId="{81C4EFEA-FCF8-4683-840B-233EE5E8A475}" type="sibTrans" cxnId="{BE248AB6-9DB5-4AEF-B82C-E706F5C5D97D}">
      <dgm:prSet/>
      <dgm:spPr/>
      <dgm:t>
        <a:bodyPr/>
        <a:lstStyle/>
        <a:p>
          <a:endParaRPr lang="pt-BR"/>
        </a:p>
      </dgm:t>
    </dgm:pt>
    <dgm:pt modelId="{C4F833C6-B445-49C9-B7B5-D849EEB04629}">
      <dgm:prSet phldrT="[Texto]" custT="1"/>
      <dgm:spPr/>
      <dgm:t>
        <a:bodyPr/>
        <a:lstStyle/>
        <a:p>
          <a:r>
            <a:rPr lang="pt-BR" sz="1200" dirty="0"/>
            <a:t>Biblioteca</a:t>
          </a:r>
        </a:p>
      </dgm:t>
    </dgm:pt>
    <dgm:pt modelId="{3E13E58F-0288-448D-857C-8F6BE27DA897}" type="parTrans" cxnId="{FB731446-B721-4150-B952-D4A23575C122}">
      <dgm:prSet/>
      <dgm:spPr/>
      <dgm:t>
        <a:bodyPr/>
        <a:lstStyle/>
        <a:p>
          <a:endParaRPr lang="pt-BR"/>
        </a:p>
      </dgm:t>
    </dgm:pt>
    <dgm:pt modelId="{DE1B098C-B3A5-4A97-B2B7-AA4EBF4A68A2}" type="sibTrans" cxnId="{FB731446-B721-4150-B952-D4A23575C122}">
      <dgm:prSet/>
      <dgm:spPr/>
      <dgm:t>
        <a:bodyPr/>
        <a:lstStyle/>
        <a:p>
          <a:endParaRPr lang="pt-BR"/>
        </a:p>
      </dgm:t>
    </dgm:pt>
    <dgm:pt modelId="{62B6E391-B23E-4AC0-B122-60E3068E824A}">
      <dgm:prSet phldrT="[Texto]" custT="1"/>
      <dgm:spPr/>
      <dgm:t>
        <a:bodyPr/>
        <a:lstStyle/>
        <a:p>
          <a:r>
            <a:rPr lang="pt-BR" sz="1200" dirty="0"/>
            <a:t>CMS (Portal)</a:t>
          </a:r>
        </a:p>
      </dgm:t>
    </dgm:pt>
    <dgm:pt modelId="{C3656226-37C0-4AE7-9A66-D828784D756F}" type="parTrans" cxnId="{EC524F6F-3C28-4ED9-8A0A-BBEE7BC013FE}">
      <dgm:prSet/>
      <dgm:spPr/>
      <dgm:t>
        <a:bodyPr/>
        <a:lstStyle/>
        <a:p>
          <a:endParaRPr lang="pt-BR"/>
        </a:p>
      </dgm:t>
    </dgm:pt>
    <dgm:pt modelId="{35B75CC7-87FB-492E-9A08-ADF37A3C5D5B}" type="sibTrans" cxnId="{EC524F6F-3C28-4ED9-8A0A-BBEE7BC013FE}">
      <dgm:prSet/>
      <dgm:spPr/>
      <dgm:t>
        <a:bodyPr/>
        <a:lstStyle/>
        <a:p>
          <a:endParaRPr lang="pt-BR"/>
        </a:p>
      </dgm:t>
    </dgm:pt>
    <dgm:pt modelId="{A7449E27-B51F-4990-9E43-6F0E292A40A8}">
      <dgm:prSet phldrT="[Texto]" custT="1"/>
      <dgm:spPr/>
      <dgm:t>
        <a:bodyPr/>
        <a:lstStyle/>
        <a:p>
          <a:r>
            <a:rPr lang="pt-BR" sz="1400" dirty="0" err="1"/>
            <a:t>Moodle</a:t>
          </a:r>
          <a:r>
            <a:rPr lang="pt-BR" sz="1400" dirty="0"/>
            <a:t> AVA</a:t>
          </a:r>
        </a:p>
      </dgm:t>
    </dgm:pt>
    <dgm:pt modelId="{CD9B0605-C973-4164-8A23-3DE1AD211DDC}" type="parTrans" cxnId="{BAD50568-F65E-4D9A-AFDA-60D8E41310E7}">
      <dgm:prSet/>
      <dgm:spPr/>
      <dgm:t>
        <a:bodyPr/>
        <a:lstStyle/>
        <a:p>
          <a:endParaRPr lang="pt-BR"/>
        </a:p>
      </dgm:t>
    </dgm:pt>
    <dgm:pt modelId="{5CDA6620-CF0E-4DD4-8E5B-C3E61FB8C966}" type="sibTrans" cxnId="{BAD50568-F65E-4D9A-AFDA-60D8E41310E7}">
      <dgm:prSet/>
      <dgm:spPr/>
      <dgm:t>
        <a:bodyPr/>
        <a:lstStyle/>
        <a:p>
          <a:endParaRPr lang="pt-BR"/>
        </a:p>
      </dgm:t>
    </dgm:pt>
    <dgm:pt modelId="{1F3DAF15-3D1E-41DB-8828-249E3A38EC23}">
      <dgm:prSet phldrT="[Texto]" custT="1"/>
      <dgm:spPr/>
      <dgm:t>
        <a:bodyPr/>
        <a:lstStyle/>
        <a:p>
          <a:r>
            <a:rPr lang="pt-BR" sz="1100" dirty="0"/>
            <a:t>Dynamics AX</a:t>
          </a:r>
        </a:p>
      </dgm:t>
    </dgm:pt>
    <dgm:pt modelId="{915AA63D-3C31-45B4-A9BA-7F953CEA4635}" type="parTrans" cxnId="{DC3B46F3-BB08-4ABE-BBA2-D41D2EC798F8}">
      <dgm:prSet/>
      <dgm:spPr/>
      <dgm:t>
        <a:bodyPr/>
        <a:lstStyle/>
        <a:p>
          <a:endParaRPr lang="pt-BR"/>
        </a:p>
      </dgm:t>
    </dgm:pt>
    <dgm:pt modelId="{1B7D6561-39E9-456A-BA9B-BD0C357071AB}" type="sibTrans" cxnId="{DC3B46F3-BB08-4ABE-BBA2-D41D2EC798F8}">
      <dgm:prSet/>
      <dgm:spPr/>
      <dgm:t>
        <a:bodyPr/>
        <a:lstStyle/>
        <a:p>
          <a:endParaRPr lang="pt-BR"/>
        </a:p>
      </dgm:t>
    </dgm:pt>
    <dgm:pt modelId="{0BF3581B-6B6B-4F1B-A180-2C7CE3CACB4C}">
      <dgm:prSet phldrT="[Texto]" custT="1"/>
      <dgm:spPr/>
      <dgm:t>
        <a:bodyPr/>
        <a:lstStyle/>
        <a:p>
          <a:r>
            <a:rPr lang="pt-BR" sz="1400" dirty="0" err="1"/>
            <a:t>FatorH</a:t>
          </a:r>
          <a:r>
            <a:rPr lang="pt-BR" sz="1400" dirty="0"/>
            <a:t> Web (Folha)</a:t>
          </a:r>
        </a:p>
      </dgm:t>
    </dgm:pt>
    <dgm:pt modelId="{E132FF0B-F11E-4474-9B12-EFC2C888CC6C}" type="parTrans" cxnId="{4306F160-F36F-4AC1-B4B7-F79E73AC8E6B}">
      <dgm:prSet/>
      <dgm:spPr/>
      <dgm:t>
        <a:bodyPr/>
        <a:lstStyle/>
        <a:p>
          <a:endParaRPr lang="pt-BR"/>
        </a:p>
      </dgm:t>
    </dgm:pt>
    <dgm:pt modelId="{15E8C9E2-BEE9-499D-85D8-A60C5AE21B05}" type="sibTrans" cxnId="{4306F160-F36F-4AC1-B4B7-F79E73AC8E6B}">
      <dgm:prSet/>
      <dgm:spPr/>
      <dgm:t>
        <a:bodyPr/>
        <a:lstStyle/>
        <a:p>
          <a:endParaRPr lang="pt-BR"/>
        </a:p>
      </dgm:t>
    </dgm:pt>
    <dgm:pt modelId="{83C3AFCB-3D49-45E1-B4CB-B0D77E2F0FF8}">
      <dgm:prSet phldrT="[Texto]"/>
      <dgm:spPr/>
      <dgm:t>
        <a:bodyPr/>
        <a:lstStyle/>
        <a:p>
          <a:r>
            <a:rPr lang="pt-BR" dirty="0" err="1"/>
            <a:t>Forponto</a:t>
          </a:r>
          <a:r>
            <a:rPr lang="pt-BR" dirty="0"/>
            <a:t> </a:t>
          </a:r>
          <a:r>
            <a:rPr lang="pt-BR" dirty="0" err="1"/>
            <a:t>Foracesso</a:t>
          </a:r>
          <a:endParaRPr lang="pt-BR" dirty="0"/>
        </a:p>
      </dgm:t>
    </dgm:pt>
    <dgm:pt modelId="{85BEB9E5-3697-489D-A419-8B4A4F8748C7}" type="parTrans" cxnId="{DF1AD068-EEEE-45E6-83C0-9E4A20306BA3}">
      <dgm:prSet/>
      <dgm:spPr/>
      <dgm:t>
        <a:bodyPr/>
        <a:lstStyle/>
        <a:p>
          <a:endParaRPr lang="pt-BR"/>
        </a:p>
      </dgm:t>
    </dgm:pt>
    <dgm:pt modelId="{420C4CEB-E441-43A8-99C7-01CC7C91541E}" type="sibTrans" cxnId="{DF1AD068-EEEE-45E6-83C0-9E4A20306BA3}">
      <dgm:prSet/>
      <dgm:spPr/>
      <dgm:t>
        <a:bodyPr/>
        <a:lstStyle/>
        <a:p>
          <a:endParaRPr lang="pt-BR"/>
        </a:p>
      </dgm:t>
    </dgm:pt>
    <dgm:pt modelId="{50C6C708-BE24-4323-8F53-B6538E40096A}">
      <dgm:prSet phldrT="[Texto]"/>
      <dgm:spPr/>
      <dgm:t>
        <a:bodyPr/>
        <a:lstStyle/>
        <a:p>
          <a:r>
            <a:rPr lang="pt-BR" dirty="0"/>
            <a:t>Google</a:t>
          </a:r>
        </a:p>
      </dgm:t>
    </dgm:pt>
    <dgm:pt modelId="{02158530-0CE8-4C29-9595-343B0F70511B}" type="parTrans" cxnId="{66A58EA6-09B8-4F34-A771-BAA7B1476E06}">
      <dgm:prSet/>
      <dgm:spPr/>
      <dgm:t>
        <a:bodyPr/>
        <a:lstStyle/>
        <a:p>
          <a:endParaRPr lang="pt-BR"/>
        </a:p>
      </dgm:t>
    </dgm:pt>
    <dgm:pt modelId="{12D07CD2-E206-4E9B-B429-2D99E7A10C58}" type="sibTrans" cxnId="{66A58EA6-09B8-4F34-A771-BAA7B1476E06}">
      <dgm:prSet/>
      <dgm:spPr/>
      <dgm:t>
        <a:bodyPr/>
        <a:lstStyle/>
        <a:p>
          <a:endParaRPr lang="pt-BR"/>
        </a:p>
      </dgm:t>
    </dgm:pt>
    <dgm:pt modelId="{A962CE69-E4A3-4E6E-BF91-ABA330CC363A}">
      <dgm:prSet phldrT="[Texto]"/>
      <dgm:spPr/>
      <dgm:t>
        <a:bodyPr/>
        <a:lstStyle/>
        <a:p>
          <a:r>
            <a:rPr lang="pt-BR" dirty="0"/>
            <a:t>Instituto </a:t>
          </a:r>
          <a:r>
            <a:rPr lang="pt-BR" dirty="0" err="1"/>
            <a:t>Phorte</a:t>
          </a:r>
          <a:r>
            <a:rPr lang="pt-BR" dirty="0"/>
            <a:t> EAD </a:t>
          </a:r>
        </a:p>
      </dgm:t>
    </dgm:pt>
    <dgm:pt modelId="{16C42DE1-BB1C-47BC-BE3E-912CF6FDD958}" type="parTrans" cxnId="{EC341E39-0854-4681-B5B2-7BE0F8C039EA}">
      <dgm:prSet/>
      <dgm:spPr/>
      <dgm:t>
        <a:bodyPr/>
        <a:lstStyle/>
        <a:p>
          <a:endParaRPr lang="pt-BR"/>
        </a:p>
      </dgm:t>
    </dgm:pt>
    <dgm:pt modelId="{078B1C7B-1C10-4617-A702-CF89D9298EA6}" type="sibTrans" cxnId="{EC341E39-0854-4681-B5B2-7BE0F8C039EA}">
      <dgm:prSet/>
      <dgm:spPr/>
      <dgm:t>
        <a:bodyPr/>
        <a:lstStyle/>
        <a:p>
          <a:endParaRPr lang="pt-BR"/>
        </a:p>
      </dgm:t>
    </dgm:pt>
    <dgm:pt modelId="{55595F1C-1093-4D3C-8BF1-3B340AAB8DCA}">
      <dgm:prSet phldrT="[Texto]"/>
      <dgm:spPr/>
      <dgm:t>
        <a:bodyPr/>
        <a:lstStyle/>
        <a:p>
          <a:r>
            <a:rPr lang="pt-BR" dirty="0"/>
            <a:t>Power BI</a:t>
          </a:r>
        </a:p>
      </dgm:t>
    </dgm:pt>
    <dgm:pt modelId="{FAF4BF16-59CD-410D-B9AA-0BA83255DE79}" type="parTrans" cxnId="{AD3A47E0-29EB-4CC7-AEE9-DAFE18067FDD}">
      <dgm:prSet/>
      <dgm:spPr/>
      <dgm:t>
        <a:bodyPr/>
        <a:lstStyle/>
        <a:p>
          <a:endParaRPr lang="pt-BR"/>
        </a:p>
      </dgm:t>
    </dgm:pt>
    <dgm:pt modelId="{AC3F4A6D-7BAF-446E-8BAB-B6118F6D75A7}" type="sibTrans" cxnId="{AD3A47E0-29EB-4CC7-AEE9-DAFE18067FDD}">
      <dgm:prSet/>
      <dgm:spPr/>
      <dgm:t>
        <a:bodyPr/>
        <a:lstStyle/>
        <a:p>
          <a:endParaRPr lang="pt-BR"/>
        </a:p>
      </dgm:t>
    </dgm:pt>
    <dgm:pt modelId="{475ED015-5355-49ED-9202-967E10FB6D36}">
      <dgm:prSet phldrT="[Texto]"/>
      <dgm:spPr/>
      <dgm:t>
        <a:bodyPr/>
        <a:lstStyle/>
        <a:p>
          <a:r>
            <a:rPr lang="pt-BR" dirty="0"/>
            <a:t>Plataforma Lattes</a:t>
          </a:r>
        </a:p>
      </dgm:t>
    </dgm:pt>
    <dgm:pt modelId="{43497178-BF75-49A2-B7EC-9BFDE9495C22}" type="parTrans" cxnId="{3CF9273A-974F-48CF-8AB7-9AC0CF1BD87D}">
      <dgm:prSet/>
      <dgm:spPr/>
      <dgm:t>
        <a:bodyPr/>
        <a:lstStyle/>
        <a:p>
          <a:endParaRPr lang="pt-BR"/>
        </a:p>
      </dgm:t>
    </dgm:pt>
    <dgm:pt modelId="{D0B6789E-1157-4F44-88E6-81B627E98BAA}" type="sibTrans" cxnId="{3CF9273A-974F-48CF-8AB7-9AC0CF1BD87D}">
      <dgm:prSet/>
      <dgm:spPr/>
      <dgm:t>
        <a:bodyPr/>
        <a:lstStyle/>
        <a:p>
          <a:endParaRPr lang="pt-BR"/>
        </a:p>
      </dgm:t>
    </dgm:pt>
    <dgm:pt modelId="{6FE9DE6C-11EC-47D5-A0BA-D1256FC8C11C}">
      <dgm:prSet phldrT="[Texto]"/>
      <dgm:spPr/>
      <dgm:t>
        <a:bodyPr/>
        <a:lstStyle/>
        <a:p>
          <a:r>
            <a:rPr lang="pt-BR" dirty="0"/>
            <a:t>SAGAH - Avaliações</a:t>
          </a:r>
        </a:p>
      </dgm:t>
    </dgm:pt>
    <dgm:pt modelId="{EFE502A8-0945-4431-8D58-7FA39F2A2B75}" type="parTrans" cxnId="{05A106F5-8D70-485F-AC4C-671307BA77B4}">
      <dgm:prSet/>
      <dgm:spPr/>
      <dgm:t>
        <a:bodyPr/>
        <a:lstStyle/>
        <a:p>
          <a:endParaRPr lang="pt-BR"/>
        </a:p>
      </dgm:t>
    </dgm:pt>
    <dgm:pt modelId="{CDE78AC8-16F1-45C9-AE27-58A8CDF9357F}" type="sibTrans" cxnId="{05A106F5-8D70-485F-AC4C-671307BA77B4}">
      <dgm:prSet/>
      <dgm:spPr/>
      <dgm:t>
        <a:bodyPr/>
        <a:lstStyle/>
        <a:p>
          <a:endParaRPr lang="pt-BR"/>
        </a:p>
      </dgm:t>
    </dgm:pt>
    <dgm:pt modelId="{85821291-5A41-4EAA-947B-2E6E96B2555B}">
      <dgm:prSet phldrT="[Texto]"/>
      <dgm:spPr/>
      <dgm:t>
        <a:bodyPr/>
        <a:lstStyle/>
        <a:p>
          <a:r>
            <a:rPr lang="pt-BR" dirty="0"/>
            <a:t>Windows AD</a:t>
          </a:r>
        </a:p>
      </dgm:t>
    </dgm:pt>
    <dgm:pt modelId="{D20B0C3F-4FED-4FF2-AE52-B995A1BD647F}" type="parTrans" cxnId="{85FE3DF5-4FDD-4D54-AEC8-AC53393A4421}">
      <dgm:prSet/>
      <dgm:spPr/>
      <dgm:t>
        <a:bodyPr/>
        <a:lstStyle/>
        <a:p>
          <a:endParaRPr lang="pt-BR"/>
        </a:p>
      </dgm:t>
    </dgm:pt>
    <dgm:pt modelId="{5A2F5ACB-2AE5-4124-A29C-94B2F5130CDB}" type="sibTrans" cxnId="{85FE3DF5-4FDD-4D54-AEC8-AC53393A4421}">
      <dgm:prSet/>
      <dgm:spPr/>
      <dgm:t>
        <a:bodyPr/>
        <a:lstStyle/>
        <a:p>
          <a:endParaRPr lang="pt-BR"/>
        </a:p>
      </dgm:t>
    </dgm:pt>
    <dgm:pt modelId="{44743297-626C-4F6A-A417-A959BCFED7BC}" type="pres">
      <dgm:prSet presAssocID="{E9FFA7D5-9EFD-4746-8D42-80052B7F9F2B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D474B169-BAC4-47B7-A116-446CD751A80C}" type="pres">
      <dgm:prSet presAssocID="{9E898218-D9DC-4008-9187-325F00388D9E}" presName="centerShape" presStyleLbl="node0" presStyleIdx="0" presStyleCnt="1" custScaleX="198044" custScaleY="182710"/>
      <dgm:spPr/>
      <dgm:t>
        <a:bodyPr/>
        <a:lstStyle/>
        <a:p>
          <a:endParaRPr lang="pt-BR"/>
        </a:p>
      </dgm:t>
    </dgm:pt>
    <dgm:pt modelId="{69FB1116-116F-40E8-99D0-803AB73A4BAC}" type="pres">
      <dgm:prSet presAssocID="{1ECB0FEB-01FE-488B-B1D5-753B3963F50F}" presName="Name9" presStyleLbl="parChTrans1D2" presStyleIdx="0" presStyleCnt="13"/>
      <dgm:spPr/>
      <dgm:t>
        <a:bodyPr/>
        <a:lstStyle/>
        <a:p>
          <a:endParaRPr lang="pt-BR"/>
        </a:p>
      </dgm:t>
    </dgm:pt>
    <dgm:pt modelId="{1C8EDA87-E799-473B-8D10-DBDB4F03A73F}" type="pres">
      <dgm:prSet presAssocID="{1ECB0FEB-01FE-488B-B1D5-753B3963F50F}" presName="connTx" presStyleLbl="parChTrans1D2" presStyleIdx="0" presStyleCnt="13"/>
      <dgm:spPr/>
      <dgm:t>
        <a:bodyPr/>
        <a:lstStyle/>
        <a:p>
          <a:endParaRPr lang="pt-BR"/>
        </a:p>
      </dgm:t>
    </dgm:pt>
    <dgm:pt modelId="{9641A293-0341-4B2C-9A4B-59482DC2DE9A}" type="pres">
      <dgm:prSet presAssocID="{74972612-0631-406D-927E-E8BFC8B0C185}" presName="node" presStyleLbl="node1" presStyleIdx="0" presStyleCnt="13" custAng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F82E4C3-54B7-4394-8787-034E066AC21C}" type="pres">
      <dgm:prSet presAssocID="{3E13E58F-0288-448D-857C-8F6BE27DA897}" presName="Name9" presStyleLbl="parChTrans1D2" presStyleIdx="1" presStyleCnt="13"/>
      <dgm:spPr/>
      <dgm:t>
        <a:bodyPr/>
        <a:lstStyle/>
        <a:p>
          <a:endParaRPr lang="pt-BR"/>
        </a:p>
      </dgm:t>
    </dgm:pt>
    <dgm:pt modelId="{A134F224-C3D4-425F-BE86-ECD080C0E0D5}" type="pres">
      <dgm:prSet presAssocID="{3E13E58F-0288-448D-857C-8F6BE27DA897}" presName="connTx" presStyleLbl="parChTrans1D2" presStyleIdx="1" presStyleCnt="13"/>
      <dgm:spPr/>
      <dgm:t>
        <a:bodyPr/>
        <a:lstStyle/>
        <a:p>
          <a:endParaRPr lang="pt-BR"/>
        </a:p>
      </dgm:t>
    </dgm:pt>
    <dgm:pt modelId="{F8F82142-5298-4DB8-9BB9-112681ED5CD3}" type="pres">
      <dgm:prSet presAssocID="{C4F833C6-B445-49C9-B7B5-D849EEB04629}" presName="node" presStyleLbl="node1" presStyleIdx="1" presStyleCnt="13" custScaleX="109417" custScaleY="10768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F8DFD53-2992-4DD3-93E0-EE2A06B13DE4}" type="pres">
      <dgm:prSet presAssocID="{CD9B0605-C973-4164-8A23-3DE1AD211DDC}" presName="Name9" presStyleLbl="parChTrans1D2" presStyleIdx="2" presStyleCnt="13"/>
      <dgm:spPr/>
      <dgm:t>
        <a:bodyPr/>
        <a:lstStyle/>
        <a:p>
          <a:endParaRPr lang="pt-BR"/>
        </a:p>
      </dgm:t>
    </dgm:pt>
    <dgm:pt modelId="{DBE88C7C-84DD-4111-A5BB-851BF43577DE}" type="pres">
      <dgm:prSet presAssocID="{CD9B0605-C973-4164-8A23-3DE1AD211DDC}" presName="connTx" presStyleLbl="parChTrans1D2" presStyleIdx="2" presStyleCnt="13"/>
      <dgm:spPr/>
      <dgm:t>
        <a:bodyPr/>
        <a:lstStyle/>
        <a:p>
          <a:endParaRPr lang="pt-BR"/>
        </a:p>
      </dgm:t>
    </dgm:pt>
    <dgm:pt modelId="{3C222006-169E-4ACB-AD72-128DC06AFDE4}" type="pres">
      <dgm:prSet presAssocID="{A7449E27-B51F-4990-9E43-6F0E292A40A8}" presName="node" presStyleLbl="node1" presStyleIdx="2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EE9A356-367E-4A45-B521-C8A04EBF4917}" type="pres">
      <dgm:prSet presAssocID="{C3656226-37C0-4AE7-9A66-D828784D756F}" presName="Name9" presStyleLbl="parChTrans1D2" presStyleIdx="3" presStyleCnt="13"/>
      <dgm:spPr/>
      <dgm:t>
        <a:bodyPr/>
        <a:lstStyle/>
        <a:p>
          <a:endParaRPr lang="pt-BR"/>
        </a:p>
      </dgm:t>
    </dgm:pt>
    <dgm:pt modelId="{DE12FDB9-B544-4F4E-A139-7CFF4168CDF6}" type="pres">
      <dgm:prSet presAssocID="{C3656226-37C0-4AE7-9A66-D828784D756F}" presName="connTx" presStyleLbl="parChTrans1D2" presStyleIdx="3" presStyleCnt="13"/>
      <dgm:spPr/>
      <dgm:t>
        <a:bodyPr/>
        <a:lstStyle/>
        <a:p>
          <a:endParaRPr lang="pt-BR"/>
        </a:p>
      </dgm:t>
    </dgm:pt>
    <dgm:pt modelId="{8199791D-D569-4B8C-9A89-E9EC804FDB2D}" type="pres">
      <dgm:prSet presAssocID="{62B6E391-B23E-4AC0-B122-60E3068E824A}" presName="node" presStyleLbl="node1" presStyleIdx="3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6B10807-AEDA-4573-BA87-D63EE467B211}" type="pres">
      <dgm:prSet presAssocID="{915AA63D-3C31-45B4-A9BA-7F953CEA4635}" presName="Name9" presStyleLbl="parChTrans1D2" presStyleIdx="4" presStyleCnt="13"/>
      <dgm:spPr/>
      <dgm:t>
        <a:bodyPr/>
        <a:lstStyle/>
        <a:p>
          <a:endParaRPr lang="pt-BR"/>
        </a:p>
      </dgm:t>
    </dgm:pt>
    <dgm:pt modelId="{4ACC06DF-AA19-432D-93F7-973087FC7881}" type="pres">
      <dgm:prSet presAssocID="{915AA63D-3C31-45B4-A9BA-7F953CEA4635}" presName="connTx" presStyleLbl="parChTrans1D2" presStyleIdx="4" presStyleCnt="13"/>
      <dgm:spPr/>
      <dgm:t>
        <a:bodyPr/>
        <a:lstStyle/>
        <a:p>
          <a:endParaRPr lang="pt-BR"/>
        </a:p>
      </dgm:t>
    </dgm:pt>
    <dgm:pt modelId="{96457DF4-95A2-454E-AE05-BB5474972F3C}" type="pres">
      <dgm:prSet presAssocID="{1F3DAF15-3D1E-41DB-8828-249E3A38EC23}" presName="node" presStyleLbl="node1" presStyleIdx="4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C89DECF-FF7C-4A25-B1AE-9EE417890EA3}" type="pres">
      <dgm:prSet presAssocID="{E132FF0B-F11E-4474-9B12-EFC2C888CC6C}" presName="Name9" presStyleLbl="parChTrans1D2" presStyleIdx="5" presStyleCnt="13"/>
      <dgm:spPr/>
      <dgm:t>
        <a:bodyPr/>
        <a:lstStyle/>
        <a:p>
          <a:endParaRPr lang="pt-BR"/>
        </a:p>
      </dgm:t>
    </dgm:pt>
    <dgm:pt modelId="{74F2CA9E-BBB2-4BDA-BAE7-EC2CA2CA15CE}" type="pres">
      <dgm:prSet presAssocID="{E132FF0B-F11E-4474-9B12-EFC2C888CC6C}" presName="connTx" presStyleLbl="parChTrans1D2" presStyleIdx="5" presStyleCnt="13"/>
      <dgm:spPr/>
      <dgm:t>
        <a:bodyPr/>
        <a:lstStyle/>
        <a:p>
          <a:endParaRPr lang="pt-BR"/>
        </a:p>
      </dgm:t>
    </dgm:pt>
    <dgm:pt modelId="{203AB301-DC60-4C39-AFFC-B7AE1CF73AC4}" type="pres">
      <dgm:prSet presAssocID="{0BF3581B-6B6B-4F1B-A180-2C7CE3CACB4C}" presName="node" presStyleLbl="node1" presStyleIdx="5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8FA8458-A0CA-47D1-B4B4-8317B71A9E5D}" type="pres">
      <dgm:prSet presAssocID="{85BEB9E5-3697-489D-A419-8B4A4F8748C7}" presName="Name9" presStyleLbl="parChTrans1D2" presStyleIdx="6" presStyleCnt="13"/>
      <dgm:spPr/>
      <dgm:t>
        <a:bodyPr/>
        <a:lstStyle/>
        <a:p>
          <a:endParaRPr lang="pt-BR"/>
        </a:p>
      </dgm:t>
    </dgm:pt>
    <dgm:pt modelId="{62F35660-56A4-4B72-9995-580E6C9C089B}" type="pres">
      <dgm:prSet presAssocID="{85BEB9E5-3697-489D-A419-8B4A4F8748C7}" presName="connTx" presStyleLbl="parChTrans1D2" presStyleIdx="6" presStyleCnt="13"/>
      <dgm:spPr/>
      <dgm:t>
        <a:bodyPr/>
        <a:lstStyle/>
        <a:p>
          <a:endParaRPr lang="pt-BR"/>
        </a:p>
      </dgm:t>
    </dgm:pt>
    <dgm:pt modelId="{2AA6C722-400D-4820-B8A9-B1DD31FB0698}" type="pres">
      <dgm:prSet presAssocID="{83C3AFCB-3D49-45E1-B4CB-B0D77E2F0FF8}" presName="node" presStyleLbl="node1" presStyleIdx="6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6A5A2A6-8524-451A-A130-81CCD6EA3B25}" type="pres">
      <dgm:prSet presAssocID="{02158530-0CE8-4C29-9595-343B0F70511B}" presName="Name9" presStyleLbl="parChTrans1D2" presStyleIdx="7" presStyleCnt="13"/>
      <dgm:spPr/>
      <dgm:t>
        <a:bodyPr/>
        <a:lstStyle/>
        <a:p>
          <a:endParaRPr lang="pt-BR"/>
        </a:p>
      </dgm:t>
    </dgm:pt>
    <dgm:pt modelId="{5D77C228-98BE-4505-A0E0-34D2CB09FBC7}" type="pres">
      <dgm:prSet presAssocID="{02158530-0CE8-4C29-9595-343B0F70511B}" presName="connTx" presStyleLbl="parChTrans1D2" presStyleIdx="7" presStyleCnt="13"/>
      <dgm:spPr/>
      <dgm:t>
        <a:bodyPr/>
        <a:lstStyle/>
        <a:p>
          <a:endParaRPr lang="pt-BR"/>
        </a:p>
      </dgm:t>
    </dgm:pt>
    <dgm:pt modelId="{20ADFC78-D99A-4589-A87A-EEF753B3533D}" type="pres">
      <dgm:prSet presAssocID="{50C6C708-BE24-4323-8F53-B6538E40096A}" presName="node" presStyleLbl="node1" presStyleIdx="7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D8B729-BC57-41BD-A745-60D71D3805DA}" type="pres">
      <dgm:prSet presAssocID="{16C42DE1-BB1C-47BC-BE3E-912CF6FDD958}" presName="Name9" presStyleLbl="parChTrans1D2" presStyleIdx="8" presStyleCnt="13"/>
      <dgm:spPr/>
      <dgm:t>
        <a:bodyPr/>
        <a:lstStyle/>
        <a:p>
          <a:endParaRPr lang="pt-BR"/>
        </a:p>
      </dgm:t>
    </dgm:pt>
    <dgm:pt modelId="{F408A671-300A-4793-8FAE-14B533591047}" type="pres">
      <dgm:prSet presAssocID="{16C42DE1-BB1C-47BC-BE3E-912CF6FDD958}" presName="connTx" presStyleLbl="parChTrans1D2" presStyleIdx="8" presStyleCnt="13"/>
      <dgm:spPr/>
      <dgm:t>
        <a:bodyPr/>
        <a:lstStyle/>
        <a:p>
          <a:endParaRPr lang="pt-BR"/>
        </a:p>
      </dgm:t>
    </dgm:pt>
    <dgm:pt modelId="{73AC2AB9-22B4-48B3-BFE7-AD653D633892}" type="pres">
      <dgm:prSet presAssocID="{A962CE69-E4A3-4E6E-BF91-ABA330CC363A}" presName="node" presStyleLbl="node1" presStyleIdx="8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8BD2D63-0C24-413B-951F-83F6B5479260}" type="pres">
      <dgm:prSet presAssocID="{FAF4BF16-59CD-410D-B9AA-0BA83255DE79}" presName="Name9" presStyleLbl="parChTrans1D2" presStyleIdx="9" presStyleCnt="13"/>
      <dgm:spPr/>
      <dgm:t>
        <a:bodyPr/>
        <a:lstStyle/>
        <a:p>
          <a:endParaRPr lang="pt-BR"/>
        </a:p>
      </dgm:t>
    </dgm:pt>
    <dgm:pt modelId="{E59F85F6-44B5-4627-9A8F-7CD37D998304}" type="pres">
      <dgm:prSet presAssocID="{FAF4BF16-59CD-410D-B9AA-0BA83255DE79}" presName="connTx" presStyleLbl="parChTrans1D2" presStyleIdx="9" presStyleCnt="13"/>
      <dgm:spPr/>
      <dgm:t>
        <a:bodyPr/>
        <a:lstStyle/>
        <a:p>
          <a:endParaRPr lang="pt-BR"/>
        </a:p>
      </dgm:t>
    </dgm:pt>
    <dgm:pt modelId="{42AE560B-00C4-4E74-90D6-A7C2C7AB2198}" type="pres">
      <dgm:prSet presAssocID="{55595F1C-1093-4D3C-8BF1-3B340AAB8DCA}" presName="node" presStyleLbl="node1" presStyleIdx="9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CDBEF4C-1A54-4712-9FD7-E3457F58F3DF}" type="pres">
      <dgm:prSet presAssocID="{43497178-BF75-49A2-B7EC-9BFDE9495C22}" presName="Name9" presStyleLbl="parChTrans1D2" presStyleIdx="10" presStyleCnt="13"/>
      <dgm:spPr/>
      <dgm:t>
        <a:bodyPr/>
        <a:lstStyle/>
        <a:p>
          <a:endParaRPr lang="pt-BR"/>
        </a:p>
      </dgm:t>
    </dgm:pt>
    <dgm:pt modelId="{7B086C2F-2767-443B-A1E8-9E1FF2303AD1}" type="pres">
      <dgm:prSet presAssocID="{43497178-BF75-49A2-B7EC-9BFDE9495C22}" presName="connTx" presStyleLbl="parChTrans1D2" presStyleIdx="10" presStyleCnt="13"/>
      <dgm:spPr/>
      <dgm:t>
        <a:bodyPr/>
        <a:lstStyle/>
        <a:p>
          <a:endParaRPr lang="pt-BR"/>
        </a:p>
      </dgm:t>
    </dgm:pt>
    <dgm:pt modelId="{7386BACC-74C5-4F3D-90D7-2FFC96B73DFD}" type="pres">
      <dgm:prSet presAssocID="{475ED015-5355-49ED-9202-967E10FB6D36}" presName="node" presStyleLbl="node1" presStyleIdx="10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570CE47-6BB5-47A2-8877-F3A490653496}" type="pres">
      <dgm:prSet presAssocID="{EFE502A8-0945-4431-8D58-7FA39F2A2B75}" presName="Name9" presStyleLbl="parChTrans1D2" presStyleIdx="11" presStyleCnt="13"/>
      <dgm:spPr/>
      <dgm:t>
        <a:bodyPr/>
        <a:lstStyle/>
        <a:p>
          <a:endParaRPr lang="pt-BR"/>
        </a:p>
      </dgm:t>
    </dgm:pt>
    <dgm:pt modelId="{B55132CA-B1C6-485B-BBFD-FC5D635CD66D}" type="pres">
      <dgm:prSet presAssocID="{EFE502A8-0945-4431-8D58-7FA39F2A2B75}" presName="connTx" presStyleLbl="parChTrans1D2" presStyleIdx="11" presStyleCnt="13"/>
      <dgm:spPr/>
      <dgm:t>
        <a:bodyPr/>
        <a:lstStyle/>
        <a:p>
          <a:endParaRPr lang="pt-BR"/>
        </a:p>
      </dgm:t>
    </dgm:pt>
    <dgm:pt modelId="{5941C53F-ADBA-4516-B049-6F2523B8F7AD}" type="pres">
      <dgm:prSet presAssocID="{6FE9DE6C-11EC-47D5-A0BA-D1256FC8C11C}" presName="node" presStyleLbl="node1" presStyleIdx="11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9E6D16F-F6EA-4474-9E0D-F6B063CC3BD6}" type="pres">
      <dgm:prSet presAssocID="{D20B0C3F-4FED-4FF2-AE52-B995A1BD647F}" presName="Name9" presStyleLbl="parChTrans1D2" presStyleIdx="12" presStyleCnt="13"/>
      <dgm:spPr/>
      <dgm:t>
        <a:bodyPr/>
        <a:lstStyle/>
        <a:p>
          <a:endParaRPr lang="pt-BR"/>
        </a:p>
      </dgm:t>
    </dgm:pt>
    <dgm:pt modelId="{A7DC6D54-21BF-4CC6-ABCA-ABD7575687EE}" type="pres">
      <dgm:prSet presAssocID="{D20B0C3F-4FED-4FF2-AE52-B995A1BD647F}" presName="connTx" presStyleLbl="parChTrans1D2" presStyleIdx="12" presStyleCnt="13"/>
      <dgm:spPr/>
      <dgm:t>
        <a:bodyPr/>
        <a:lstStyle/>
        <a:p>
          <a:endParaRPr lang="pt-BR"/>
        </a:p>
      </dgm:t>
    </dgm:pt>
    <dgm:pt modelId="{72D18E00-84B8-423A-A481-FDBDFF061884}" type="pres">
      <dgm:prSet presAssocID="{85821291-5A41-4EAA-947B-2E6E96B2555B}" presName="node" presStyleLbl="node1" presStyleIdx="12" presStyleCnt="1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42B512D-EBB5-47DF-8163-2CF58CBDCA76}" type="presOf" srcId="{02158530-0CE8-4C29-9595-343B0F70511B}" destId="{5D77C228-98BE-4505-A0E0-34D2CB09FBC7}" srcOrd="1" destOrd="0" presId="urn:microsoft.com/office/officeart/2005/8/layout/radial1"/>
    <dgm:cxn modelId="{DC3B46F3-BB08-4ABE-BBA2-D41D2EC798F8}" srcId="{9E898218-D9DC-4008-9187-325F00388D9E}" destId="{1F3DAF15-3D1E-41DB-8828-249E3A38EC23}" srcOrd="4" destOrd="0" parTransId="{915AA63D-3C31-45B4-A9BA-7F953CEA4635}" sibTransId="{1B7D6561-39E9-456A-BA9B-BD0C357071AB}"/>
    <dgm:cxn modelId="{099F27C4-A988-4446-B9A6-8E997EFBB9E3}" type="presOf" srcId="{D20B0C3F-4FED-4FF2-AE52-B995A1BD647F}" destId="{A7DC6D54-21BF-4CC6-ABCA-ABD7575687EE}" srcOrd="1" destOrd="0" presId="urn:microsoft.com/office/officeart/2005/8/layout/radial1"/>
    <dgm:cxn modelId="{04EF6FAB-AE84-4465-8CE3-26F01C38DED8}" type="presOf" srcId="{A7449E27-B51F-4990-9E43-6F0E292A40A8}" destId="{3C222006-169E-4ACB-AD72-128DC06AFDE4}" srcOrd="0" destOrd="0" presId="urn:microsoft.com/office/officeart/2005/8/layout/radial1"/>
    <dgm:cxn modelId="{0EEF4122-4F80-48B2-A13E-AC3A79E660AD}" type="presOf" srcId="{915AA63D-3C31-45B4-A9BA-7F953CEA4635}" destId="{4ACC06DF-AA19-432D-93F7-973087FC7881}" srcOrd="1" destOrd="0" presId="urn:microsoft.com/office/officeart/2005/8/layout/radial1"/>
    <dgm:cxn modelId="{940A78FA-3803-47BF-9BC0-F189F6C5FEF6}" type="presOf" srcId="{85821291-5A41-4EAA-947B-2E6E96B2555B}" destId="{72D18E00-84B8-423A-A481-FDBDFF061884}" srcOrd="0" destOrd="0" presId="urn:microsoft.com/office/officeart/2005/8/layout/radial1"/>
    <dgm:cxn modelId="{8112298E-E4E7-4878-B5C4-0E1AE1E41E0B}" srcId="{E9FFA7D5-9EFD-4746-8D42-80052B7F9F2B}" destId="{9E898218-D9DC-4008-9187-325F00388D9E}" srcOrd="0" destOrd="0" parTransId="{0290D2F6-C33C-40B3-96A3-2AC37C499546}" sibTransId="{97EEF095-5355-4AAC-8B7B-F653C4DFDF8C}"/>
    <dgm:cxn modelId="{99154C1D-DB37-484B-8326-1ABEBFF18CE0}" type="presOf" srcId="{C3656226-37C0-4AE7-9A66-D828784D756F}" destId="{DE12FDB9-B544-4F4E-A139-7CFF4168CDF6}" srcOrd="1" destOrd="0" presId="urn:microsoft.com/office/officeart/2005/8/layout/radial1"/>
    <dgm:cxn modelId="{AEFC2769-0A81-4B54-82EE-C8B0995AB3C7}" type="presOf" srcId="{62B6E391-B23E-4AC0-B122-60E3068E824A}" destId="{8199791D-D569-4B8C-9A89-E9EC804FDB2D}" srcOrd="0" destOrd="0" presId="urn:microsoft.com/office/officeart/2005/8/layout/radial1"/>
    <dgm:cxn modelId="{EC341E39-0854-4681-B5B2-7BE0F8C039EA}" srcId="{9E898218-D9DC-4008-9187-325F00388D9E}" destId="{A962CE69-E4A3-4E6E-BF91-ABA330CC363A}" srcOrd="8" destOrd="0" parTransId="{16C42DE1-BB1C-47BC-BE3E-912CF6FDD958}" sibTransId="{078B1C7B-1C10-4617-A702-CF89D9298EA6}"/>
    <dgm:cxn modelId="{60AD367B-0CAE-49E5-A703-29091A74192B}" type="presOf" srcId="{3E13E58F-0288-448D-857C-8F6BE27DA897}" destId="{6F82E4C3-54B7-4394-8787-034E066AC21C}" srcOrd="0" destOrd="0" presId="urn:microsoft.com/office/officeart/2005/8/layout/radial1"/>
    <dgm:cxn modelId="{98A33AC3-30DC-46EB-86EB-3C2A6D729AAF}" type="presOf" srcId="{915AA63D-3C31-45B4-A9BA-7F953CEA4635}" destId="{96B10807-AEDA-4573-BA87-D63EE467B211}" srcOrd="0" destOrd="0" presId="urn:microsoft.com/office/officeart/2005/8/layout/radial1"/>
    <dgm:cxn modelId="{21F514AC-A744-4FB8-8168-C96BEDFA50D7}" type="presOf" srcId="{43497178-BF75-49A2-B7EC-9BFDE9495C22}" destId="{7B086C2F-2767-443B-A1E8-9E1FF2303AD1}" srcOrd="1" destOrd="0" presId="urn:microsoft.com/office/officeart/2005/8/layout/radial1"/>
    <dgm:cxn modelId="{2B30BC07-5A86-48D2-9233-C06A5CF3FC5A}" type="presOf" srcId="{EFE502A8-0945-4431-8D58-7FA39F2A2B75}" destId="{B55132CA-B1C6-485B-BBFD-FC5D635CD66D}" srcOrd="1" destOrd="0" presId="urn:microsoft.com/office/officeart/2005/8/layout/radial1"/>
    <dgm:cxn modelId="{AD3A47E0-29EB-4CC7-AEE9-DAFE18067FDD}" srcId="{9E898218-D9DC-4008-9187-325F00388D9E}" destId="{55595F1C-1093-4D3C-8BF1-3B340AAB8DCA}" srcOrd="9" destOrd="0" parTransId="{FAF4BF16-59CD-410D-B9AA-0BA83255DE79}" sibTransId="{AC3F4A6D-7BAF-446E-8BAB-B6118F6D75A7}"/>
    <dgm:cxn modelId="{3CF9273A-974F-48CF-8AB7-9AC0CF1BD87D}" srcId="{9E898218-D9DC-4008-9187-325F00388D9E}" destId="{475ED015-5355-49ED-9202-967E10FB6D36}" srcOrd="10" destOrd="0" parTransId="{43497178-BF75-49A2-B7EC-9BFDE9495C22}" sibTransId="{D0B6789E-1157-4F44-88E6-81B627E98BAA}"/>
    <dgm:cxn modelId="{4352BF1F-B797-45E7-8519-028F9E823BE9}" type="presOf" srcId="{EFE502A8-0945-4431-8D58-7FA39F2A2B75}" destId="{A570CE47-6BB5-47A2-8877-F3A490653496}" srcOrd="0" destOrd="0" presId="urn:microsoft.com/office/officeart/2005/8/layout/radial1"/>
    <dgm:cxn modelId="{9C4A9863-E0D2-4504-BA14-E27F154D7347}" type="presOf" srcId="{9E898218-D9DC-4008-9187-325F00388D9E}" destId="{D474B169-BAC4-47B7-A116-446CD751A80C}" srcOrd="0" destOrd="0" presId="urn:microsoft.com/office/officeart/2005/8/layout/radial1"/>
    <dgm:cxn modelId="{2081B522-C744-4763-A275-1E3676073257}" type="presOf" srcId="{6FE9DE6C-11EC-47D5-A0BA-D1256FC8C11C}" destId="{5941C53F-ADBA-4516-B049-6F2523B8F7AD}" srcOrd="0" destOrd="0" presId="urn:microsoft.com/office/officeart/2005/8/layout/radial1"/>
    <dgm:cxn modelId="{EED120C4-DF85-41A3-A251-CFD831BD0C82}" type="presOf" srcId="{1ECB0FEB-01FE-488B-B1D5-753B3963F50F}" destId="{1C8EDA87-E799-473B-8D10-DBDB4F03A73F}" srcOrd="1" destOrd="0" presId="urn:microsoft.com/office/officeart/2005/8/layout/radial1"/>
    <dgm:cxn modelId="{8A714C9F-B7BC-4EE9-B0F6-21A3A949247D}" type="presOf" srcId="{16C42DE1-BB1C-47BC-BE3E-912CF6FDD958}" destId="{ABD8B729-BC57-41BD-A745-60D71D3805DA}" srcOrd="0" destOrd="0" presId="urn:microsoft.com/office/officeart/2005/8/layout/radial1"/>
    <dgm:cxn modelId="{1A701896-8082-4CB5-A4D9-C2A0F19CACCD}" type="presOf" srcId="{74972612-0631-406D-927E-E8BFC8B0C185}" destId="{9641A293-0341-4B2C-9A4B-59482DC2DE9A}" srcOrd="0" destOrd="0" presId="urn:microsoft.com/office/officeart/2005/8/layout/radial1"/>
    <dgm:cxn modelId="{ED5DF18A-1475-484E-BF34-47FDD0013EF3}" type="presOf" srcId="{85BEB9E5-3697-489D-A419-8B4A4F8748C7}" destId="{62F35660-56A4-4B72-9995-580E6C9C089B}" srcOrd="1" destOrd="0" presId="urn:microsoft.com/office/officeart/2005/8/layout/radial1"/>
    <dgm:cxn modelId="{CE50F24E-3536-4E4F-9877-AF5860E87B04}" type="presOf" srcId="{A962CE69-E4A3-4E6E-BF91-ABA330CC363A}" destId="{73AC2AB9-22B4-48B3-BFE7-AD653D633892}" srcOrd="0" destOrd="0" presId="urn:microsoft.com/office/officeart/2005/8/layout/radial1"/>
    <dgm:cxn modelId="{85FE3DF5-4FDD-4D54-AEC8-AC53393A4421}" srcId="{9E898218-D9DC-4008-9187-325F00388D9E}" destId="{85821291-5A41-4EAA-947B-2E6E96B2555B}" srcOrd="12" destOrd="0" parTransId="{D20B0C3F-4FED-4FF2-AE52-B995A1BD647F}" sibTransId="{5A2F5ACB-2AE5-4124-A29C-94B2F5130CDB}"/>
    <dgm:cxn modelId="{EF34548B-8C8A-47CF-BC9F-B2F5E7BDBEE2}" type="presOf" srcId="{1ECB0FEB-01FE-488B-B1D5-753B3963F50F}" destId="{69FB1116-116F-40E8-99D0-803AB73A4BAC}" srcOrd="0" destOrd="0" presId="urn:microsoft.com/office/officeart/2005/8/layout/radial1"/>
    <dgm:cxn modelId="{B2DAA9DE-09E8-436F-A2E4-5D356D0DF548}" type="presOf" srcId="{E132FF0B-F11E-4474-9B12-EFC2C888CC6C}" destId="{CC89DECF-FF7C-4A25-B1AE-9EE417890EA3}" srcOrd="0" destOrd="0" presId="urn:microsoft.com/office/officeart/2005/8/layout/radial1"/>
    <dgm:cxn modelId="{B8BD56BB-B1D3-4247-8E08-E05B669687F7}" type="presOf" srcId="{FAF4BF16-59CD-410D-B9AA-0BA83255DE79}" destId="{88BD2D63-0C24-413B-951F-83F6B5479260}" srcOrd="0" destOrd="0" presId="urn:microsoft.com/office/officeart/2005/8/layout/radial1"/>
    <dgm:cxn modelId="{165F5CF8-AECD-4ED7-9F5E-2C598D4EAAFE}" type="presOf" srcId="{1F3DAF15-3D1E-41DB-8828-249E3A38EC23}" destId="{96457DF4-95A2-454E-AE05-BB5474972F3C}" srcOrd="0" destOrd="0" presId="urn:microsoft.com/office/officeart/2005/8/layout/radial1"/>
    <dgm:cxn modelId="{4306F160-F36F-4AC1-B4B7-F79E73AC8E6B}" srcId="{9E898218-D9DC-4008-9187-325F00388D9E}" destId="{0BF3581B-6B6B-4F1B-A180-2C7CE3CACB4C}" srcOrd="5" destOrd="0" parTransId="{E132FF0B-F11E-4474-9B12-EFC2C888CC6C}" sibTransId="{15E8C9E2-BEE9-499D-85D8-A60C5AE21B05}"/>
    <dgm:cxn modelId="{75E22D4E-8A87-4B74-A47F-607EADDF5054}" type="presOf" srcId="{55595F1C-1093-4D3C-8BF1-3B340AAB8DCA}" destId="{42AE560B-00C4-4E74-90D6-A7C2C7AB2198}" srcOrd="0" destOrd="0" presId="urn:microsoft.com/office/officeart/2005/8/layout/radial1"/>
    <dgm:cxn modelId="{9B0C5602-D9EF-4363-8FCF-9A6092FC05EE}" type="presOf" srcId="{83C3AFCB-3D49-45E1-B4CB-B0D77E2F0FF8}" destId="{2AA6C722-400D-4820-B8A9-B1DD31FB0698}" srcOrd="0" destOrd="0" presId="urn:microsoft.com/office/officeart/2005/8/layout/radial1"/>
    <dgm:cxn modelId="{C70E749A-8604-4F91-8EB7-5E4A0A9CCCD2}" type="presOf" srcId="{3E13E58F-0288-448D-857C-8F6BE27DA897}" destId="{A134F224-C3D4-425F-BE86-ECD080C0E0D5}" srcOrd="1" destOrd="0" presId="urn:microsoft.com/office/officeart/2005/8/layout/radial1"/>
    <dgm:cxn modelId="{A90ED94F-905D-4C9D-9B79-DB11E68C1C79}" type="presOf" srcId="{C4F833C6-B445-49C9-B7B5-D849EEB04629}" destId="{F8F82142-5298-4DB8-9BB9-112681ED5CD3}" srcOrd="0" destOrd="0" presId="urn:microsoft.com/office/officeart/2005/8/layout/radial1"/>
    <dgm:cxn modelId="{BAD50568-F65E-4D9A-AFDA-60D8E41310E7}" srcId="{9E898218-D9DC-4008-9187-325F00388D9E}" destId="{A7449E27-B51F-4990-9E43-6F0E292A40A8}" srcOrd="2" destOrd="0" parTransId="{CD9B0605-C973-4164-8A23-3DE1AD211DDC}" sibTransId="{5CDA6620-CF0E-4DD4-8E5B-C3E61FB8C966}"/>
    <dgm:cxn modelId="{0FCEF4D7-F869-40A5-B2EB-638E64D95350}" type="presOf" srcId="{CD9B0605-C973-4164-8A23-3DE1AD211DDC}" destId="{DBE88C7C-84DD-4111-A5BB-851BF43577DE}" srcOrd="1" destOrd="0" presId="urn:microsoft.com/office/officeart/2005/8/layout/radial1"/>
    <dgm:cxn modelId="{B4B1D3C6-32CD-4704-9D2C-53C3A8F2A604}" type="presOf" srcId="{FAF4BF16-59CD-410D-B9AA-0BA83255DE79}" destId="{E59F85F6-44B5-4627-9A8F-7CD37D998304}" srcOrd="1" destOrd="0" presId="urn:microsoft.com/office/officeart/2005/8/layout/radial1"/>
    <dgm:cxn modelId="{704CC757-1516-4B19-8C0F-A7E7657009D6}" type="presOf" srcId="{E132FF0B-F11E-4474-9B12-EFC2C888CC6C}" destId="{74F2CA9E-BBB2-4BDA-BAE7-EC2CA2CA15CE}" srcOrd="1" destOrd="0" presId="urn:microsoft.com/office/officeart/2005/8/layout/radial1"/>
    <dgm:cxn modelId="{DC0FFD64-D966-4383-B781-99B9C5EB36B1}" type="presOf" srcId="{43497178-BF75-49A2-B7EC-9BFDE9495C22}" destId="{0CDBEF4C-1A54-4712-9FD7-E3457F58F3DF}" srcOrd="0" destOrd="0" presId="urn:microsoft.com/office/officeart/2005/8/layout/radial1"/>
    <dgm:cxn modelId="{D4B1C1D3-EAA9-492F-AD35-B4978314E212}" type="presOf" srcId="{D20B0C3F-4FED-4FF2-AE52-B995A1BD647F}" destId="{C9E6D16F-F6EA-4474-9E0D-F6B063CC3BD6}" srcOrd="0" destOrd="0" presId="urn:microsoft.com/office/officeart/2005/8/layout/radial1"/>
    <dgm:cxn modelId="{F5A4FEBF-A48B-4F53-9A9E-B5D220328803}" type="presOf" srcId="{0BF3581B-6B6B-4F1B-A180-2C7CE3CACB4C}" destId="{203AB301-DC60-4C39-AFFC-B7AE1CF73AC4}" srcOrd="0" destOrd="0" presId="urn:microsoft.com/office/officeart/2005/8/layout/radial1"/>
    <dgm:cxn modelId="{DF1AD068-EEEE-45E6-83C0-9E4A20306BA3}" srcId="{9E898218-D9DC-4008-9187-325F00388D9E}" destId="{83C3AFCB-3D49-45E1-B4CB-B0D77E2F0FF8}" srcOrd="6" destOrd="0" parTransId="{85BEB9E5-3697-489D-A419-8B4A4F8748C7}" sibTransId="{420C4CEB-E441-43A8-99C7-01CC7C91541E}"/>
    <dgm:cxn modelId="{E73A7C54-FF12-4526-AD85-9A1FAEF2EBCD}" type="presOf" srcId="{02158530-0CE8-4C29-9595-343B0F70511B}" destId="{56A5A2A6-8524-451A-A130-81CCD6EA3B25}" srcOrd="0" destOrd="0" presId="urn:microsoft.com/office/officeart/2005/8/layout/radial1"/>
    <dgm:cxn modelId="{E57A9DED-D7CA-4C59-AA33-668A64BD3F2A}" type="presOf" srcId="{C3656226-37C0-4AE7-9A66-D828784D756F}" destId="{EEE9A356-367E-4A45-B521-C8A04EBF4917}" srcOrd="0" destOrd="0" presId="urn:microsoft.com/office/officeart/2005/8/layout/radial1"/>
    <dgm:cxn modelId="{A396517E-7512-40E5-8941-D5310718A9CC}" type="presOf" srcId="{85BEB9E5-3697-489D-A419-8B4A4F8748C7}" destId="{B8FA8458-A0CA-47D1-B4B4-8317B71A9E5D}" srcOrd="0" destOrd="0" presId="urn:microsoft.com/office/officeart/2005/8/layout/radial1"/>
    <dgm:cxn modelId="{75A52488-337F-4AC5-91E6-E9C485DE2105}" type="presOf" srcId="{475ED015-5355-49ED-9202-967E10FB6D36}" destId="{7386BACC-74C5-4F3D-90D7-2FFC96B73DFD}" srcOrd="0" destOrd="0" presId="urn:microsoft.com/office/officeart/2005/8/layout/radial1"/>
    <dgm:cxn modelId="{52A2637B-5252-45C2-8DB8-C2092063D044}" type="presOf" srcId="{CD9B0605-C973-4164-8A23-3DE1AD211DDC}" destId="{BF8DFD53-2992-4DD3-93E0-EE2A06B13DE4}" srcOrd="0" destOrd="0" presId="urn:microsoft.com/office/officeart/2005/8/layout/radial1"/>
    <dgm:cxn modelId="{66A58EA6-09B8-4F34-A771-BAA7B1476E06}" srcId="{9E898218-D9DC-4008-9187-325F00388D9E}" destId="{50C6C708-BE24-4323-8F53-B6538E40096A}" srcOrd="7" destOrd="0" parTransId="{02158530-0CE8-4C29-9595-343B0F70511B}" sibTransId="{12D07CD2-E206-4E9B-B429-2D99E7A10C58}"/>
    <dgm:cxn modelId="{05A106F5-8D70-485F-AC4C-671307BA77B4}" srcId="{9E898218-D9DC-4008-9187-325F00388D9E}" destId="{6FE9DE6C-11EC-47D5-A0BA-D1256FC8C11C}" srcOrd="11" destOrd="0" parTransId="{EFE502A8-0945-4431-8D58-7FA39F2A2B75}" sibTransId="{CDE78AC8-16F1-45C9-AE27-58A8CDF9357F}"/>
    <dgm:cxn modelId="{BE248AB6-9DB5-4AEF-B82C-E706F5C5D97D}" srcId="{9E898218-D9DC-4008-9187-325F00388D9E}" destId="{74972612-0631-406D-927E-E8BFC8B0C185}" srcOrd="0" destOrd="0" parTransId="{1ECB0FEB-01FE-488B-B1D5-753B3963F50F}" sibTransId="{81C4EFEA-FCF8-4683-840B-233EE5E8A475}"/>
    <dgm:cxn modelId="{526005AE-36F8-4E0D-970F-F6A115DCEC5F}" type="presOf" srcId="{50C6C708-BE24-4323-8F53-B6538E40096A}" destId="{20ADFC78-D99A-4589-A87A-EEF753B3533D}" srcOrd="0" destOrd="0" presId="urn:microsoft.com/office/officeart/2005/8/layout/radial1"/>
    <dgm:cxn modelId="{EC524F6F-3C28-4ED9-8A0A-BBEE7BC013FE}" srcId="{9E898218-D9DC-4008-9187-325F00388D9E}" destId="{62B6E391-B23E-4AC0-B122-60E3068E824A}" srcOrd="3" destOrd="0" parTransId="{C3656226-37C0-4AE7-9A66-D828784D756F}" sibTransId="{35B75CC7-87FB-492E-9A08-ADF37A3C5D5B}"/>
    <dgm:cxn modelId="{FB731446-B721-4150-B952-D4A23575C122}" srcId="{9E898218-D9DC-4008-9187-325F00388D9E}" destId="{C4F833C6-B445-49C9-B7B5-D849EEB04629}" srcOrd="1" destOrd="0" parTransId="{3E13E58F-0288-448D-857C-8F6BE27DA897}" sibTransId="{DE1B098C-B3A5-4A97-B2B7-AA4EBF4A68A2}"/>
    <dgm:cxn modelId="{D71A0223-F9A5-40DD-B526-D8D78D5BAD85}" type="presOf" srcId="{E9FFA7D5-9EFD-4746-8D42-80052B7F9F2B}" destId="{44743297-626C-4F6A-A417-A959BCFED7BC}" srcOrd="0" destOrd="0" presId="urn:microsoft.com/office/officeart/2005/8/layout/radial1"/>
    <dgm:cxn modelId="{EE226D70-9744-4009-9137-AF20F07FB974}" type="presOf" srcId="{16C42DE1-BB1C-47BC-BE3E-912CF6FDD958}" destId="{F408A671-300A-4793-8FAE-14B533591047}" srcOrd="1" destOrd="0" presId="urn:microsoft.com/office/officeart/2005/8/layout/radial1"/>
    <dgm:cxn modelId="{D8C5B80A-3A7C-4D65-874C-B6552CBB886D}" type="presParOf" srcId="{44743297-626C-4F6A-A417-A959BCFED7BC}" destId="{D474B169-BAC4-47B7-A116-446CD751A80C}" srcOrd="0" destOrd="0" presId="urn:microsoft.com/office/officeart/2005/8/layout/radial1"/>
    <dgm:cxn modelId="{9AA677A9-C821-4963-92BD-641F0350A1F3}" type="presParOf" srcId="{44743297-626C-4F6A-A417-A959BCFED7BC}" destId="{69FB1116-116F-40E8-99D0-803AB73A4BAC}" srcOrd="1" destOrd="0" presId="urn:microsoft.com/office/officeart/2005/8/layout/radial1"/>
    <dgm:cxn modelId="{D760EE1F-AD34-4534-9180-9716EE62BD25}" type="presParOf" srcId="{69FB1116-116F-40E8-99D0-803AB73A4BAC}" destId="{1C8EDA87-E799-473B-8D10-DBDB4F03A73F}" srcOrd="0" destOrd="0" presId="urn:microsoft.com/office/officeart/2005/8/layout/radial1"/>
    <dgm:cxn modelId="{2D53BA2A-A56D-457D-8703-1ED3C60D70F4}" type="presParOf" srcId="{44743297-626C-4F6A-A417-A959BCFED7BC}" destId="{9641A293-0341-4B2C-9A4B-59482DC2DE9A}" srcOrd="2" destOrd="0" presId="urn:microsoft.com/office/officeart/2005/8/layout/radial1"/>
    <dgm:cxn modelId="{6A9E2C5A-0E48-414C-B045-16E104BBFE54}" type="presParOf" srcId="{44743297-626C-4F6A-A417-A959BCFED7BC}" destId="{6F82E4C3-54B7-4394-8787-034E066AC21C}" srcOrd="3" destOrd="0" presId="urn:microsoft.com/office/officeart/2005/8/layout/radial1"/>
    <dgm:cxn modelId="{ED93FDBA-150B-44DB-BDD4-ACC54F9D9CEE}" type="presParOf" srcId="{6F82E4C3-54B7-4394-8787-034E066AC21C}" destId="{A134F224-C3D4-425F-BE86-ECD080C0E0D5}" srcOrd="0" destOrd="0" presId="urn:microsoft.com/office/officeart/2005/8/layout/radial1"/>
    <dgm:cxn modelId="{2C4585E2-0F01-4064-B900-D11C2B2EFFF3}" type="presParOf" srcId="{44743297-626C-4F6A-A417-A959BCFED7BC}" destId="{F8F82142-5298-4DB8-9BB9-112681ED5CD3}" srcOrd="4" destOrd="0" presId="urn:microsoft.com/office/officeart/2005/8/layout/radial1"/>
    <dgm:cxn modelId="{0668A319-509C-4FD2-B0F3-4BB8A37E7CEC}" type="presParOf" srcId="{44743297-626C-4F6A-A417-A959BCFED7BC}" destId="{BF8DFD53-2992-4DD3-93E0-EE2A06B13DE4}" srcOrd="5" destOrd="0" presId="urn:microsoft.com/office/officeart/2005/8/layout/radial1"/>
    <dgm:cxn modelId="{CED013DA-A7FC-4993-80CA-3EF1DBC84774}" type="presParOf" srcId="{BF8DFD53-2992-4DD3-93E0-EE2A06B13DE4}" destId="{DBE88C7C-84DD-4111-A5BB-851BF43577DE}" srcOrd="0" destOrd="0" presId="urn:microsoft.com/office/officeart/2005/8/layout/radial1"/>
    <dgm:cxn modelId="{F87E1AE8-B44C-4B27-935D-B08BA96BD90B}" type="presParOf" srcId="{44743297-626C-4F6A-A417-A959BCFED7BC}" destId="{3C222006-169E-4ACB-AD72-128DC06AFDE4}" srcOrd="6" destOrd="0" presId="urn:microsoft.com/office/officeart/2005/8/layout/radial1"/>
    <dgm:cxn modelId="{F34A74A1-243F-4F22-AC66-AA8275D48F3C}" type="presParOf" srcId="{44743297-626C-4F6A-A417-A959BCFED7BC}" destId="{EEE9A356-367E-4A45-B521-C8A04EBF4917}" srcOrd="7" destOrd="0" presId="urn:microsoft.com/office/officeart/2005/8/layout/radial1"/>
    <dgm:cxn modelId="{8F94CA9B-AFE6-49F9-9E04-846B39695857}" type="presParOf" srcId="{EEE9A356-367E-4A45-B521-C8A04EBF4917}" destId="{DE12FDB9-B544-4F4E-A139-7CFF4168CDF6}" srcOrd="0" destOrd="0" presId="urn:microsoft.com/office/officeart/2005/8/layout/radial1"/>
    <dgm:cxn modelId="{31EEDD19-0763-42D2-B648-648A41753209}" type="presParOf" srcId="{44743297-626C-4F6A-A417-A959BCFED7BC}" destId="{8199791D-D569-4B8C-9A89-E9EC804FDB2D}" srcOrd="8" destOrd="0" presId="urn:microsoft.com/office/officeart/2005/8/layout/radial1"/>
    <dgm:cxn modelId="{06EDC848-E1CE-4A91-8A99-9C67A1CC24CA}" type="presParOf" srcId="{44743297-626C-4F6A-A417-A959BCFED7BC}" destId="{96B10807-AEDA-4573-BA87-D63EE467B211}" srcOrd="9" destOrd="0" presId="urn:microsoft.com/office/officeart/2005/8/layout/radial1"/>
    <dgm:cxn modelId="{A66480C9-E586-4982-8E4F-46B655E765EA}" type="presParOf" srcId="{96B10807-AEDA-4573-BA87-D63EE467B211}" destId="{4ACC06DF-AA19-432D-93F7-973087FC7881}" srcOrd="0" destOrd="0" presId="urn:microsoft.com/office/officeart/2005/8/layout/radial1"/>
    <dgm:cxn modelId="{F9DF80DD-E997-4840-A087-F6C57E12A3F3}" type="presParOf" srcId="{44743297-626C-4F6A-A417-A959BCFED7BC}" destId="{96457DF4-95A2-454E-AE05-BB5474972F3C}" srcOrd="10" destOrd="0" presId="urn:microsoft.com/office/officeart/2005/8/layout/radial1"/>
    <dgm:cxn modelId="{52B84E26-8F94-407E-BB0A-2BC9D3F7409C}" type="presParOf" srcId="{44743297-626C-4F6A-A417-A959BCFED7BC}" destId="{CC89DECF-FF7C-4A25-B1AE-9EE417890EA3}" srcOrd="11" destOrd="0" presId="urn:microsoft.com/office/officeart/2005/8/layout/radial1"/>
    <dgm:cxn modelId="{B9986F63-B2CF-457E-9C64-2EEB6205C19E}" type="presParOf" srcId="{CC89DECF-FF7C-4A25-B1AE-9EE417890EA3}" destId="{74F2CA9E-BBB2-4BDA-BAE7-EC2CA2CA15CE}" srcOrd="0" destOrd="0" presId="urn:microsoft.com/office/officeart/2005/8/layout/radial1"/>
    <dgm:cxn modelId="{2A9B7082-5E8A-46BA-998B-31328B57E9CA}" type="presParOf" srcId="{44743297-626C-4F6A-A417-A959BCFED7BC}" destId="{203AB301-DC60-4C39-AFFC-B7AE1CF73AC4}" srcOrd="12" destOrd="0" presId="urn:microsoft.com/office/officeart/2005/8/layout/radial1"/>
    <dgm:cxn modelId="{9FFF9D2B-FB97-412E-AD22-98482D5A8DC2}" type="presParOf" srcId="{44743297-626C-4F6A-A417-A959BCFED7BC}" destId="{B8FA8458-A0CA-47D1-B4B4-8317B71A9E5D}" srcOrd="13" destOrd="0" presId="urn:microsoft.com/office/officeart/2005/8/layout/radial1"/>
    <dgm:cxn modelId="{5B1109D3-E748-4F0B-A2ED-2A3FCC2518FE}" type="presParOf" srcId="{B8FA8458-A0CA-47D1-B4B4-8317B71A9E5D}" destId="{62F35660-56A4-4B72-9995-580E6C9C089B}" srcOrd="0" destOrd="0" presId="urn:microsoft.com/office/officeart/2005/8/layout/radial1"/>
    <dgm:cxn modelId="{92A038BB-4C96-4B00-8723-80912FA288AD}" type="presParOf" srcId="{44743297-626C-4F6A-A417-A959BCFED7BC}" destId="{2AA6C722-400D-4820-B8A9-B1DD31FB0698}" srcOrd="14" destOrd="0" presId="urn:microsoft.com/office/officeart/2005/8/layout/radial1"/>
    <dgm:cxn modelId="{AF4461D6-85AA-4591-B59E-3425E287DAA6}" type="presParOf" srcId="{44743297-626C-4F6A-A417-A959BCFED7BC}" destId="{56A5A2A6-8524-451A-A130-81CCD6EA3B25}" srcOrd="15" destOrd="0" presId="urn:microsoft.com/office/officeart/2005/8/layout/radial1"/>
    <dgm:cxn modelId="{6F00B116-60F6-42B1-8CF0-302720F3F94C}" type="presParOf" srcId="{56A5A2A6-8524-451A-A130-81CCD6EA3B25}" destId="{5D77C228-98BE-4505-A0E0-34D2CB09FBC7}" srcOrd="0" destOrd="0" presId="urn:microsoft.com/office/officeart/2005/8/layout/radial1"/>
    <dgm:cxn modelId="{43FB76B1-128A-4B48-B6B8-3F29C188BF4E}" type="presParOf" srcId="{44743297-626C-4F6A-A417-A959BCFED7BC}" destId="{20ADFC78-D99A-4589-A87A-EEF753B3533D}" srcOrd="16" destOrd="0" presId="urn:microsoft.com/office/officeart/2005/8/layout/radial1"/>
    <dgm:cxn modelId="{ED2148D8-43DB-481D-AFE3-6C4520B05468}" type="presParOf" srcId="{44743297-626C-4F6A-A417-A959BCFED7BC}" destId="{ABD8B729-BC57-41BD-A745-60D71D3805DA}" srcOrd="17" destOrd="0" presId="urn:microsoft.com/office/officeart/2005/8/layout/radial1"/>
    <dgm:cxn modelId="{E244A303-84F2-434A-AFA7-8531B8E4D375}" type="presParOf" srcId="{ABD8B729-BC57-41BD-A745-60D71D3805DA}" destId="{F408A671-300A-4793-8FAE-14B533591047}" srcOrd="0" destOrd="0" presId="urn:microsoft.com/office/officeart/2005/8/layout/radial1"/>
    <dgm:cxn modelId="{8F37D9B7-3F13-4F80-A00F-98764B3B506C}" type="presParOf" srcId="{44743297-626C-4F6A-A417-A959BCFED7BC}" destId="{73AC2AB9-22B4-48B3-BFE7-AD653D633892}" srcOrd="18" destOrd="0" presId="urn:microsoft.com/office/officeart/2005/8/layout/radial1"/>
    <dgm:cxn modelId="{6C2693B2-15AA-47F8-8BE9-D2904628D9A6}" type="presParOf" srcId="{44743297-626C-4F6A-A417-A959BCFED7BC}" destId="{88BD2D63-0C24-413B-951F-83F6B5479260}" srcOrd="19" destOrd="0" presId="urn:microsoft.com/office/officeart/2005/8/layout/radial1"/>
    <dgm:cxn modelId="{2668B926-D00B-4D7D-B239-585B06B6C4D9}" type="presParOf" srcId="{88BD2D63-0C24-413B-951F-83F6B5479260}" destId="{E59F85F6-44B5-4627-9A8F-7CD37D998304}" srcOrd="0" destOrd="0" presId="urn:microsoft.com/office/officeart/2005/8/layout/radial1"/>
    <dgm:cxn modelId="{9CB3C002-8C61-4A1E-AC99-323A72A7F61C}" type="presParOf" srcId="{44743297-626C-4F6A-A417-A959BCFED7BC}" destId="{42AE560B-00C4-4E74-90D6-A7C2C7AB2198}" srcOrd="20" destOrd="0" presId="urn:microsoft.com/office/officeart/2005/8/layout/radial1"/>
    <dgm:cxn modelId="{2DAE5B87-3A93-4090-9F2C-76AC1FCECDD2}" type="presParOf" srcId="{44743297-626C-4F6A-A417-A959BCFED7BC}" destId="{0CDBEF4C-1A54-4712-9FD7-E3457F58F3DF}" srcOrd="21" destOrd="0" presId="urn:microsoft.com/office/officeart/2005/8/layout/radial1"/>
    <dgm:cxn modelId="{7008CD3E-43FF-44CE-B48C-1AE3BF7D2EB1}" type="presParOf" srcId="{0CDBEF4C-1A54-4712-9FD7-E3457F58F3DF}" destId="{7B086C2F-2767-443B-A1E8-9E1FF2303AD1}" srcOrd="0" destOrd="0" presId="urn:microsoft.com/office/officeart/2005/8/layout/radial1"/>
    <dgm:cxn modelId="{8315C797-3D12-40E5-964C-C4415AD42E54}" type="presParOf" srcId="{44743297-626C-4F6A-A417-A959BCFED7BC}" destId="{7386BACC-74C5-4F3D-90D7-2FFC96B73DFD}" srcOrd="22" destOrd="0" presId="urn:microsoft.com/office/officeart/2005/8/layout/radial1"/>
    <dgm:cxn modelId="{CCF29AE6-6E1F-4236-B7DC-5998ECE584C7}" type="presParOf" srcId="{44743297-626C-4F6A-A417-A959BCFED7BC}" destId="{A570CE47-6BB5-47A2-8877-F3A490653496}" srcOrd="23" destOrd="0" presId="urn:microsoft.com/office/officeart/2005/8/layout/radial1"/>
    <dgm:cxn modelId="{7248BF02-07A4-489B-91B0-A9B588C96384}" type="presParOf" srcId="{A570CE47-6BB5-47A2-8877-F3A490653496}" destId="{B55132CA-B1C6-485B-BBFD-FC5D635CD66D}" srcOrd="0" destOrd="0" presId="urn:microsoft.com/office/officeart/2005/8/layout/radial1"/>
    <dgm:cxn modelId="{DF1677C4-36FA-448C-84BE-AE3ACD3450E9}" type="presParOf" srcId="{44743297-626C-4F6A-A417-A959BCFED7BC}" destId="{5941C53F-ADBA-4516-B049-6F2523B8F7AD}" srcOrd="24" destOrd="0" presId="urn:microsoft.com/office/officeart/2005/8/layout/radial1"/>
    <dgm:cxn modelId="{FC0519BD-F50C-4C25-B70D-3C4E3A4E9EBD}" type="presParOf" srcId="{44743297-626C-4F6A-A417-A959BCFED7BC}" destId="{C9E6D16F-F6EA-4474-9E0D-F6B063CC3BD6}" srcOrd="25" destOrd="0" presId="urn:microsoft.com/office/officeart/2005/8/layout/radial1"/>
    <dgm:cxn modelId="{C8389827-EF20-4B71-A4A8-40DEDE177AC4}" type="presParOf" srcId="{C9E6D16F-F6EA-4474-9E0D-F6B063CC3BD6}" destId="{A7DC6D54-21BF-4CC6-ABCA-ABD7575687EE}" srcOrd="0" destOrd="0" presId="urn:microsoft.com/office/officeart/2005/8/layout/radial1"/>
    <dgm:cxn modelId="{B416740D-D23B-4E9D-8754-FE06F469D632}" type="presParOf" srcId="{44743297-626C-4F6A-A417-A959BCFED7BC}" destId="{72D18E00-84B8-423A-A481-FDBDFF061884}" srcOrd="2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4B169-BAC4-47B7-A116-446CD751A80C}">
      <dsp:nvSpPr>
        <dsp:cNvPr id="0" name=""/>
        <dsp:cNvSpPr/>
      </dsp:nvSpPr>
      <dsp:spPr>
        <a:xfrm>
          <a:off x="2852338" y="1955719"/>
          <a:ext cx="1660685" cy="15321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lvl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300" kern="1200" dirty="0"/>
            <a:t>SGI</a:t>
          </a:r>
        </a:p>
      </dsp:txBody>
      <dsp:txXfrm>
        <a:off x="3095540" y="2180090"/>
        <a:ext cx="1174281" cy="1083361"/>
      </dsp:txXfrm>
    </dsp:sp>
    <dsp:sp modelId="{69FB1116-116F-40E8-99D0-803AB73A4BAC}">
      <dsp:nvSpPr>
        <dsp:cNvPr id="0" name=""/>
        <dsp:cNvSpPr/>
      </dsp:nvSpPr>
      <dsp:spPr>
        <a:xfrm rot="16200000">
          <a:off x="3134784" y="1397576"/>
          <a:ext cx="1095793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95793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655286" y="1380427"/>
        <a:ext cx="54789" cy="54789"/>
      </dsp:txXfrm>
    </dsp:sp>
    <dsp:sp modelId="{9641A293-0341-4B2C-9A4B-59482DC2DE9A}">
      <dsp:nvSpPr>
        <dsp:cNvPr id="0" name=""/>
        <dsp:cNvSpPr/>
      </dsp:nvSpPr>
      <dsp:spPr>
        <a:xfrm>
          <a:off x="3263409" y="21381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/>
            <a:t>Bancos</a:t>
          </a:r>
          <a:endParaRPr lang="pt-BR" sz="1050" kern="1200" dirty="0"/>
        </a:p>
      </dsp:txBody>
      <dsp:txXfrm>
        <a:off x="3386211" y="144183"/>
        <a:ext cx="592939" cy="592939"/>
      </dsp:txXfrm>
    </dsp:sp>
    <dsp:sp modelId="{6F82E4C3-54B7-4394-8787-034E066AC21C}">
      <dsp:nvSpPr>
        <dsp:cNvPr id="0" name=""/>
        <dsp:cNvSpPr/>
      </dsp:nvSpPr>
      <dsp:spPr>
        <a:xfrm rot="17861538">
          <a:off x="3763685" y="1557442"/>
          <a:ext cx="1049411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49411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262155" y="1541453"/>
        <a:ext cx="52470" cy="52470"/>
      </dsp:txXfrm>
    </dsp:sp>
    <dsp:sp modelId="{F8F82142-5298-4DB8-9BB9-112681ED5CD3}">
      <dsp:nvSpPr>
        <dsp:cNvPr id="0" name=""/>
        <dsp:cNvSpPr/>
      </dsp:nvSpPr>
      <dsp:spPr>
        <a:xfrm>
          <a:off x="4284014" y="250444"/>
          <a:ext cx="917509" cy="9029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/>
            <a:t>Biblioteca</a:t>
          </a:r>
        </a:p>
      </dsp:txBody>
      <dsp:txXfrm>
        <a:off x="4418380" y="382684"/>
        <a:ext cx="648777" cy="638514"/>
      </dsp:txXfrm>
    </dsp:sp>
    <dsp:sp modelId="{BF8DFD53-2992-4DD3-93E0-EE2A06B13DE4}">
      <dsp:nvSpPr>
        <dsp:cNvPr id="0" name=""/>
        <dsp:cNvSpPr/>
      </dsp:nvSpPr>
      <dsp:spPr>
        <a:xfrm rot="19523077">
          <a:off x="4254250" y="1953242"/>
          <a:ext cx="1053986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53986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754893" y="1937138"/>
        <a:ext cx="52699" cy="52699"/>
      </dsp:txXfrm>
    </dsp:sp>
    <dsp:sp modelId="{3C222006-169E-4ACB-AD72-128DC06AFDE4}">
      <dsp:nvSpPr>
        <dsp:cNvPr id="0" name=""/>
        <dsp:cNvSpPr/>
      </dsp:nvSpPr>
      <dsp:spPr>
        <a:xfrm>
          <a:off x="5140732" y="1006676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err="1"/>
            <a:t>Moodle</a:t>
          </a:r>
          <a:r>
            <a:rPr lang="pt-BR" sz="1400" kern="1200" dirty="0"/>
            <a:t> AVA</a:t>
          </a:r>
        </a:p>
      </dsp:txBody>
      <dsp:txXfrm>
        <a:off x="5263534" y="1129478"/>
        <a:ext cx="592939" cy="592939"/>
      </dsp:txXfrm>
    </dsp:sp>
    <dsp:sp modelId="{EEE9A356-367E-4A45-B521-C8A04EBF4917}">
      <dsp:nvSpPr>
        <dsp:cNvPr id="0" name=""/>
        <dsp:cNvSpPr/>
      </dsp:nvSpPr>
      <dsp:spPr>
        <a:xfrm rot="21184615">
          <a:off x="4502160" y="2549334"/>
          <a:ext cx="1032555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32555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992624" y="2533766"/>
        <a:ext cx="51627" cy="51627"/>
      </dsp:txXfrm>
    </dsp:sp>
    <dsp:sp modelId="{8199791D-D569-4B8C-9A89-E9EC804FDB2D}">
      <dsp:nvSpPr>
        <dsp:cNvPr id="0" name=""/>
        <dsp:cNvSpPr/>
      </dsp:nvSpPr>
      <dsp:spPr>
        <a:xfrm>
          <a:off x="5527894" y="2027540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/>
            <a:t>CMS (Portal)</a:t>
          </a:r>
        </a:p>
      </dsp:txBody>
      <dsp:txXfrm>
        <a:off x="5650696" y="2150342"/>
        <a:ext cx="592939" cy="592939"/>
      </dsp:txXfrm>
    </dsp:sp>
    <dsp:sp modelId="{96B10807-AEDA-4573-BA87-D63EE467B211}">
      <dsp:nvSpPr>
        <dsp:cNvPr id="0" name=""/>
        <dsp:cNvSpPr/>
      </dsp:nvSpPr>
      <dsp:spPr>
        <a:xfrm rot="1246154">
          <a:off x="4416859" y="3187263"/>
          <a:ext cx="1040484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40484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911089" y="3171497"/>
        <a:ext cx="52024" cy="52024"/>
      </dsp:txXfrm>
    </dsp:sp>
    <dsp:sp modelId="{96457DF4-95A2-454E-AE05-BB5474972F3C}">
      <dsp:nvSpPr>
        <dsp:cNvPr id="0" name=""/>
        <dsp:cNvSpPr/>
      </dsp:nvSpPr>
      <dsp:spPr>
        <a:xfrm>
          <a:off x="5396291" y="3111394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/>
            <a:t>Dynamics AX</a:t>
          </a:r>
        </a:p>
      </dsp:txBody>
      <dsp:txXfrm>
        <a:off x="5519093" y="3234196"/>
        <a:ext cx="592939" cy="592939"/>
      </dsp:txXfrm>
    </dsp:sp>
    <dsp:sp modelId="{CC89DECF-FF7C-4A25-B1AE-9EE417890EA3}">
      <dsp:nvSpPr>
        <dsp:cNvPr id="0" name=""/>
        <dsp:cNvSpPr/>
      </dsp:nvSpPr>
      <dsp:spPr>
        <a:xfrm rot="2907692">
          <a:off x="4028025" y="3704899"/>
          <a:ext cx="1069419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69419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535999" y="3688410"/>
        <a:ext cx="53470" cy="53470"/>
      </dsp:txXfrm>
    </dsp:sp>
    <dsp:sp modelId="{203AB301-DC60-4C39-AFFC-B7AE1CF73AC4}">
      <dsp:nvSpPr>
        <dsp:cNvPr id="0" name=""/>
        <dsp:cNvSpPr/>
      </dsp:nvSpPr>
      <dsp:spPr>
        <a:xfrm>
          <a:off x="4776070" y="4009939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err="1"/>
            <a:t>FatorH</a:t>
          </a:r>
          <a:r>
            <a:rPr lang="pt-BR" sz="1400" kern="1200" dirty="0"/>
            <a:t> Web (Folha)</a:t>
          </a:r>
        </a:p>
      </dsp:txBody>
      <dsp:txXfrm>
        <a:off x="4898872" y="4132741"/>
        <a:ext cx="592939" cy="592939"/>
      </dsp:txXfrm>
    </dsp:sp>
    <dsp:sp modelId="{B8FA8458-A0CA-47D1-B4B4-8317B71A9E5D}">
      <dsp:nvSpPr>
        <dsp:cNvPr id="0" name=""/>
        <dsp:cNvSpPr/>
      </dsp:nvSpPr>
      <dsp:spPr>
        <a:xfrm rot="4569231">
          <a:off x="3451269" y="3988887"/>
          <a:ext cx="1092506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92506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970210" y="3971821"/>
        <a:ext cx="54625" cy="54625"/>
      </dsp:txXfrm>
    </dsp:sp>
    <dsp:sp modelId="{2AA6C722-400D-4820-B8A9-B1DD31FB0698}">
      <dsp:nvSpPr>
        <dsp:cNvPr id="0" name=""/>
        <dsp:cNvSpPr/>
      </dsp:nvSpPr>
      <dsp:spPr>
        <a:xfrm>
          <a:off x="3809316" y="4517331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err="1"/>
            <a:t>Forponto</a:t>
          </a:r>
          <a:r>
            <a:rPr lang="pt-BR" sz="1000" kern="1200" dirty="0"/>
            <a:t> </a:t>
          </a:r>
          <a:r>
            <a:rPr lang="pt-BR" sz="1000" kern="1200" dirty="0" err="1"/>
            <a:t>Foracesso</a:t>
          </a:r>
          <a:endParaRPr lang="pt-BR" sz="1000" kern="1200" dirty="0"/>
        </a:p>
      </dsp:txBody>
      <dsp:txXfrm>
        <a:off x="3932118" y="4640133"/>
        <a:ext cx="592939" cy="592939"/>
      </dsp:txXfrm>
    </dsp:sp>
    <dsp:sp modelId="{56A5A2A6-8524-451A-A130-81CCD6EA3B25}">
      <dsp:nvSpPr>
        <dsp:cNvPr id="0" name=""/>
        <dsp:cNvSpPr/>
      </dsp:nvSpPr>
      <dsp:spPr>
        <a:xfrm rot="6230769">
          <a:off x="2821586" y="3988887"/>
          <a:ext cx="1092506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92506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 rot="10800000">
        <a:off x="3340527" y="3971821"/>
        <a:ext cx="54625" cy="54625"/>
      </dsp:txXfrm>
    </dsp:sp>
    <dsp:sp modelId="{20ADFC78-D99A-4589-A87A-EEF753B3533D}">
      <dsp:nvSpPr>
        <dsp:cNvPr id="0" name=""/>
        <dsp:cNvSpPr/>
      </dsp:nvSpPr>
      <dsp:spPr>
        <a:xfrm>
          <a:off x="2717502" y="4517331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/>
            <a:t>Google</a:t>
          </a:r>
        </a:p>
      </dsp:txBody>
      <dsp:txXfrm>
        <a:off x="2840304" y="4640133"/>
        <a:ext cx="592939" cy="592939"/>
      </dsp:txXfrm>
    </dsp:sp>
    <dsp:sp modelId="{ABD8B729-BC57-41BD-A745-60D71D3805DA}">
      <dsp:nvSpPr>
        <dsp:cNvPr id="0" name=""/>
        <dsp:cNvSpPr/>
      </dsp:nvSpPr>
      <dsp:spPr>
        <a:xfrm rot="7892308">
          <a:off x="2267918" y="3704899"/>
          <a:ext cx="1069419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69419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 rot="10800000">
        <a:off x="2775892" y="3688410"/>
        <a:ext cx="53470" cy="53470"/>
      </dsp:txXfrm>
    </dsp:sp>
    <dsp:sp modelId="{73AC2AB9-22B4-48B3-BFE7-AD653D633892}">
      <dsp:nvSpPr>
        <dsp:cNvPr id="0" name=""/>
        <dsp:cNvSpPr/>
      </dsp:nvSpPr>
      <dsp:spPr>
        <a:xfrm>
          <a:off x="1750749" y="4009939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/>
            <a:t>Instituto </a:t>
          </a:r>
          <a:r>
            <a:rPr lang="pt-BR" sz="1000" kern="1200" dirty="0" err="1"/>
            <a:t>Phorte</a:t>
          </a:r>
          <a:r>
            <a:rPr lang="pt-BR" sz="1000" kern="1200" dirty="0"/>
            <a:t> EAD </a:t>
          </a:r>
        </a:p>
      </dsp:txBody>
      <dsp:txXfrm>
        <a:off x="1873551" y="4132741"/>
        <a:ext cx="592939" cy="592939"/>
      </dsp:txXfrm>
    </dsp:sp>
    <dsp:sp modelId="{88BD2D63-0C24-413B-951F-83F6B5479260}">
      <dsp:nvSpPr>
        <dsp:cNvPr id="0" name=""/>
        <dsp:cNvSpPr/>
      </dsp:nvSpPr>
      <dsp:spPr>
        <a:xfrm rot="9553846">
          <a:off x="1908018" y="3187263"/>
          <a:ext cx="1040484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40484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 rot="10800000">
        <a:off x="2402248" y="3171497"/>
        <a:ext cx="52024" cy="52024"/>
      </dsp:txXfrm>
    </dsp:sp>
    <dsp:sp modelId="{42AE560B-00C4-4E74-90D6-A7C2C7AB2198}">
      <dsp:nvSpPr>
        <dsp:cNvPr id="0" name=""/>
        <dsp:cNvSpPr/>
      </dsp:nvSpPr>
      <dsp:spPr>
        <a:xfrm>
          <a:off x="1130527" y="3111394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/>
            <a:t>Power BI</a:t>
          </a:r>
        </a:p>
      </dsp:txBody>
      <dsp:txXfrm>
        <a:off x="1253329" y="3234196"/>
        <a:ext cx="592939" cy="592939"/>
      </dsp:txXfrm>
    </dsp:sp>
    <dsp:sp modelId="{0CDBEF4C-1A54-4712-9FD7-E3457F58F3DF}">
      <dsp:nvSpPr>
        <dsp:cNvPr id="0" name=""/>
        <dsp:cNvSpPr/>
      </dsp:nvSpPr>
      <dsp:spPr>
        <a:xfrm rot="11215385">
          <a:off x="1830646" y="2549334"/>
          <a:ext cx="1032555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32555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 rot="10800000">
        <a:off x="2321110" y="2533766"/>
        <a:ext cx="51627" cy="51627"/>
      </dsp:txXfrm>
    </dsp:sp>
    <dsp:sp modelId="{7386BACC-74C5-4F3D-90D7-2FFC96B73DFD}">
      <dsp:nvSpPr>
        <dsp:cNvPr id="0" name=""/>
        <dsp:cNvSpPr/>
      </dsp:nvSpPr>
      <dsp:spPr>
        <a:xfrm>
          <a:off x="998924" y="2027540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/>
            <a:t>Plataforma Lattes</a:t>
          </a:r>
        </a:p>
      </dsp:txBody>
      <dsp:txXfrm>
        <a:off x="1121726" y="2150342"/>
        <a:ext cx="592939" cy="592939"/>
      </dsp:txXfrm>
    </dsp:sp>
    <dsp:sp modelId="{A570CE47-6BB5-47A2-8877-F3A490653496}">
      <dsp:nvSpPr>
        <dsp:cNvPr id="0" name=""/>
        <dsp:cNvSpPr/>
      </dsp:nvSpPr>
      <dsp:spPr>
        <a:xfrm rot="12876923">
          <a:off x="2057126" y="1953242"/>
          <a:ext cx="1053986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53986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 rot="10800000">
        <a:off x="2557770" y="1937138"/>
        <a:ext cx="52699" cy="52699"/>
      </dsp:txXfrm>
    </dsp:sp>
    <dsp:sp modelId="{5941C53F-ADBA-4516-B049-6F2523B8F7AD}">
      <dsp:nvSpPr>
        <dsp:cNvPr id="0" name=""/>
        <dsp:cNvSpPr/>
      </dsp:nvSpPr>
      <dsp:spPr>
        <a:xfrm>
          <a:off x="1386086" y="1006676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/>
            <a:t>SAGAH - Avaliações</a:t>
          </a:r>
        </a:p>
      </dsp:txBody>
      <dsp:txXfrm>
        <a:off x="1508888" y="1129478"/>
        <a:ext cx="592939" cy="592939"/>
      </dsp:txXfrm>
    </dsp:sp>
    <dsp:sp modelId="{C9E6D16F-F6EA-4474-9E0D-F6B063CC3BD6}">
      <dsp:nvSpPr>
        <dsp:cNvPr id="0" name=""/>
        <dsp:cNvSpPr/>
      </dsp:nvSpPr>
      <dsp:spPr>
        <a:xfrm rot="14538462">
          <a:off x="2527539" y="1542494"/>
          <a:ext cx="1083174" cy="20492"/>
        </a:xfrm>
        <a:custGeom>
          <a:avLst/>
          <a:gdLst/>
          <a:ahLst/>
          <a:cxnLst/>
          <a:rect l="0" t="0" r="0" b="0"/>
          <a:pathLst>
            <a:path>
              <a:moveTo>
                <a:pt x="0" y="10246"/>
              </a:moveTo>
              <a:lnTo>
                <a:pt x="1083174" y="10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 rot="10800000">
        <a:off x="3042047" y="1525661"/>
        <a:ext cx="54158" cy="54158"/>
      </dsp:txXfrm>
    </dsp:sp>
    <dsp:sp modelId="{72D18E00-84B8-423A-A481-FDBDFF061884}">
      <dsp:nvSpPr>
        <dsp:cNvPr id="0" name=""/>
        <dsp:cNvSpPr/>
      </dsp:nvSpPr>
      <dsp:spPr>
        <a:xfrm>
          <a:off x="2203321" y="282670"/>
          <a:ext cx="838543" cy="838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/>
            <a:t>Windows AD</a:t>
          </a:r>
        </a:p>
      </dsp:txBody>
      <dsp:txXfrm>
        <a:off x="2326123" y="405472"/>
        <a:ext cx="592939" cy="592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D22B-82FD-4729-B9AE-9F06DB7E7032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9F5A1-BA66-4598-BC6D-E5DC3A6D1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050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5e8868d6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115e8868d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708d02272_0_6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11708d02272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1708d02272_0_7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11708d02272_0_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4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 dirty="0"/>
              <a:t>Texto do slide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00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43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4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90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432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9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247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5111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59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288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7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427808"/>
            <a:ext cx="10515600" cy="4540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Texto do slide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61AD7-1EFB-429A-925F-DA3463FC5B4C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B04B3-508C-4C92-B790-811B27287DF2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21" r="3834" b="75927"/>
          <a:stretch/>
        </p:blipFill>
        <p:spPr>
          <a:xfrm>
            <a:off x="9020435" y="0"/>
            <a:ext cx="3080951" cy="125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9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diagramLayout" Target="../diagrams/layout1.xml"/><Relationship Id="rId21" Type="http://schemas.openxmlformats.org/officeDocument/2006/relationships/image" Target="../media/image29.png"/><Relationship Id="rId7" Type="http://schemas.openxmlformats.org/officeDocument/2006/relationships/image" Target="../media/image15.jpe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diagramData" Target="../diagrams/data1.xml"/><Relationship Id="rId16" Type="http://schemas.openxmlformats.org/officeDocument/2006/relationships/image" Target="../media/image24.jp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openxmlformats.org/officeDocument/2006/relationships/image" Target="../media/image19.jpeg"/><Relationship Id="rId5" Type="http://schemas.openxmlformats.org/officeDocument/2006/relationships/diagramColors" Target="../diagrams/colors1.xml"/><Relationship Id="rId15" Type="http://schemas.openxmlformats.org/officeDocument/2006/relationships/image" Target="../media/image23.jpg"/><Relationship Id="rId10" Type="http://schemas.openxmlformats.org/officeDocument/2006/relationships/image" Target="../media/image18.png"/><Relationship Id="rId19" Type="http://schemas.openxmlformats.org/officeDocument/2006/relationships/image" Target="../media/image27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7.jpe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docs.google.com/document/d/11zCAI5e5A9GuziOcsbQczM2y-DeGv1E-z-Dtz48T71A/edit?tab=t.0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0960"/>
            <a:ext cx="12300284" cy="6924605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812644" y="3092489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Sérgio Cozzetti Bertoldi de Souza</a:t>
            </a:r>
          </a:p>
          <a:p>
            <a:pPr algn="ctr"/>
            <a:r>
              <a:rPr lang="pt-BR" sz="2400" b="1" dirty="0">
                <a:solidFill>
                  <a:srgbClr val="FF33CC"/>
                </a:solidFill>
              </a:rPr>
              <a:t>sergio.cozzetti@uniceub.br</a:t>
            </a: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(61)99119-7498</a:t>
            </a:r>
          </a:p>
        </p:txBody>
      </p:sp>
      <p:pic>
        <p:nvPicPr>
          <p:cNvPr id="8" name="Picture 4" descr="Resultado de imagem para whatsapp imagem 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386" y="3861946"/>
            <a:ext cx="430872" cy="43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49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63"/>
            <a:ext cx="12192000" cy="686364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035040" y="4438205"/>
            <a:ext cx="5195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/>
              <a:t>Projeto Integrador </a:t>
            </a:r>
            <a:r>
              <a:rPr lang="pt-BR" sz="4000" b="1" dirty="0" smtClean="0"/>
              <a:t>III</a:t>
            </a:r>
            <a:endParaRPr lang="pt-BR" sz="40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080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pt-BR" altLang="pt-BR" sz="2800" dirty="0"/>
              <a:t>Formação</a:t>
            </a:r>
          </a:p>
          <a:p>
            <a:endParaRPr lang="pt-BR" altLang="pt-BR" sz="2800" dirty="0"/>
          </a:p>
          <a:p>
            <a:pPr lvl="1">
              <a:lnSpc>
                <a:spcPct val="15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Mestrado em Gestão do Conhecimento e TI</a:t>
            </a:r>
          </a:p>
          <a:p>
            <a:pPr lvl="1">
              <a:lnSpc>
                <a:spcPct val="15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Pós-graduação em Engenharia de Software</a:t>
            </a:r>
          </a:p>
          <a:p>
            <a:pPr lvl="1">
              <a:lnSpc>
                <a:spcPct val="15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Graduação em Administração de Empresas</a:t>
            </a:r>
          </a:p>
          <a:p>
            <a:pPr lvl="1">
              <a:lnSpc>
                <a:spcPct val="150000"/>
              </a:lnSpc>
            </a:pPr>
            <a:endParaRPr lang="pt-BR" altLang="pt-BR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12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z="2800" dirty="0"/>
              <a:t>Experiência Profissional</a:t>
            </a:r>
          </a:p>
          <a:p>
            <a:pPr lvl="1">
              <a:defRPr/>
            </a:pPr>
            <a:endParaRPr lang="pt-BR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r>
              <a:rPr 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Auxiliar administrativo, programador, analista de sistemas, líder de equipe e gerente de desenvolvimento</a:t>
            </a:r>
          </a:p>
          <a:p>
            <a:pPr lvl="1">
              <a:defRPr/>
            </a:pPr>
            <a:endParaRPr lang="pt-BR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r>
              <a:rPr 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Gerente de Desenvolvimento de Sistemas no CEUB</a:t>
            </a:r>
          </a:p>
          <a:p>
            <a:pPr lvl="1">
              <a:defRPr/>
            </a:pPr>
            <a:endParaRPr lang="pt-BR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r>
              <a:rPr 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Professor de Graduação e Pós-Graduação</a:t>
            </a:r>
          </a:p>
          <a:p>
            <a:endParaRPr lang="pt-BR" sz="2800" dirty="0"/>
          </a:p>
        </p:txBody>
      </p:sp>
      <p:pic>
        <p:nvPicPr>
          <p:cNvPr id="4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443" y="5432425"/>
            <a:ext cx="1154554" cy="10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303" y="5467863"/>
            <a:ext cx="1063308" cy="10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632" y="5433578"/>
            <a:ext cx="1052098" cy="1070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824" y="5444115"/>
            <a:ext cx="1048444" cy="108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039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pt-BR" sz="2800" dirty="0"/>
              <a:t>Valores e algo mais...</a:t>
            </a:r>
          </a:p>
          <a:p>
            <a:pPr lvl="1">
              <a:defRPr/>
            </a:pPr>
            <a:endParaRPr lang="pt-BR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6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Família</a:t>
            </a:r>
          </a:p>
          <a:p>
            <a:pPr lvl="1">
              <a:lnSpc>
                <a:spcPct val="16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Confiança</a:t>
            </a:r>
          </a:p>
          <a:p>
            <a:pPr lvl="1">
              <a:lnSpc>
                <a:spcPct val="16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Amizade</a:t>
            </a:r>
          </a:p>
          <a:p>
            <a:pPr lvl="1">
              <a:lnSpc>
                <a:spcPct val="16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Trabalho</a:t>
            </a:r>
          </a:p>
          <a:p>
            <a:pPr lvl="1">
              <a:lnSpc>
                <a:spcPct val="16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Esporte</a:t>
            </a:r>
          </a:p>
          <a:p>
            <a:endParaRPr lang="pt-BR" sz="2800" dirty="0"/>
          </a:p>
        </p:txBody>
      </p:sp>
      <p:pic>
        <p:nvPicPr>
          <p:cNvPr id="8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872" y="2833878"/>
            <a:ext cx="2516945" cy="1884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804" y="1229924"/>
            <a:ext cx="2290225" cy="1410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804" y="2833877"/>
            <a:ext cx="2290225" cy="1884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https://lh3.googleusercontent.com/RbGfVTPN1Ww71Errv6iMsYYIfdVXwum9NPu38NI35dQCqB2o1cRilCT5sQC6722mJvvAQXS9-zq2Ct87DsavQ7qWiQei0ejZoyTSeKSKBw-qQtOQ4gfefOvWJu-boV9_deYOESmjVOoLiqrbwvXShTkM73rU2b2tgMwT10XEkdGlThWSvMp7F9QHE7Bt7qFKPfsvbSekeEr3fpkjXfpfxLzVKuQm0DjTjyDkAvmwZ3Whf6fGenIqE54vwnsZXPCtBhZXd71DTyHr4e8y7ZzO9qE-fgTCMngk-r6dNeWckX52dVljTUjJfuF-Dcb5SB_eTcpamOiAEvQvI1HKo22O0oPWT6SAiAHGwR6bsw5P4Pw137t7X3HqHUu5pNXvce2RV83WLSbFAZXj4MnPILEIJ-lj5p56cwdZQ5PYFqXVb5X2h-B_8T2S1p-_rpbgNBKPxKq8hIMlm0HInDR3whV89mmkQw126uZqYlrZUvrLfkXZ_uWFVhP7PzvVtsXAZalcTWq2a9IX-S6459QQ_mXeN2lL6dGGLE75HmW8-8zRCFKh4GgyzrQMCXFwS5Ziz4YftZSClxrYtKinDdSlRC82DCs8JX8GstzzdA8ur3Og_SUTxlySOEz7rT_895fbgw0O8ujTPxCV8oZmiK1XVUfoSTx_-7hPY4VqjJt58MWaMxEP0m7nyvbUwGtOCDMfdX4cNQSfPecBRUdFzcbsvVVmqnSobw=w1112-h626-no?authuser=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135" y="1234148"/>
            <a:ext cx="2497682" cy="140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scudo do Flamengo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794" y="4975262"/>
            <a:ext cx="1290790" cy="157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872" y="4804799"/>
            <a:ext cx="2561421" cy="163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76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47528" y="332657"/>
            <a:ext cx="4032448" cy="574471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SGI</a:t>
            </a: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3209525515"/>
              </p:ext>
            </p:extLst>
          </p:nvPr>
        </p:nvGraphicFramePr>
        <p:xfrm>
          <a:off x="2380197" y="932064"/>
          <a:ext cx="7365363" cy="5377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2" descr="http://emergenext.com/wp-content/uploads/2012/06/MicrosoftDynamicsAX-medium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0193" y="4160584"/>
            <a:ext cx="1525806" cy="563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http://s3-media3.fl.yelpcdn.com/bphoto/JExMrGwwUxDiYKQNAgCr1A/o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817" y="980728"/>
            <a:ext cx="968376" cy="46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http://www.fclar.unesp.br/Home/Instituicao/Administracao/Informatica/simbol_moodle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9302" y="2067305"/>
            <a:ext cx="596795" cy="44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http://www.softtrade.com.br/Content/images/logo-fator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097" y="5176389"/>
            <a:ext cx="1210193" cy="53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ttp://www.tasksistemas.com.br/prod/imagens/img55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617" y="6001576"/>
            <a:ext cx="810386" cy="43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2121" y="5118742"/>
            <a:ext cx="627768" cy="400202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4272" y="2015494"/>
            <a:ext cx="1073134" cy="556339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3049" y="3132525"/>
            <a:ext cx="1501714" cy="463231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689" y="5925936"/>
            <a:ext cx="770201" cy="542314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720" y="1038220"/>
            <a:ext cx="981470" cy="41057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8916381" y="3048425"/>
            <a:ext cx="1368120" cy="62290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07078" y="1871674"/>
            <a:ext cx="1376957" cy="604468"/>
          </a:xfrm>
          <a:prstGeom prst="rect">
            <a:avLst/>
          </a:prstGeom>
        </p:spPr>
      </p:pic>
      <p:pic>
        <p:nvPicPr>
          <p:cNvPr id="1026" name="Picture 2" descr="Resultado de imagem para logo de bancos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456" y="698012"/>
            <a:ext cx="417879" cy="41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Resultado de imagem para logo de banco santander"/>
          <p:cNvSpPr>
            <a:spLocks noChangeAspect="1" noChangeArrowheads="1"/>
          </p:cNvSpPr>
          <p:nvPr/>
        </p:nvSpPr>
        <p:spPr bwMode="auto">
          <a:xfrm>
            <a:off x="1679575" y="-144463"/>
            <a:ext cx="310717" cy="310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36305" y="399259"/>
            <a:ext cx="446860" cy="403310"/>
          </a:xfrm>
          <a:prstGeom prst="rect">
            <a:avLst/>
          </a:prstGeom>
        </p:spPr>
      </p:pic>
      <p:pic>
        <p:nvPicPr>
          <p:cNvPr id="1036" name="Picture 12" descr="Resultado de imagem para logo de banco original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534" y="421075"/>
            <a:ext cx="382515" cy="38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ower BI | Overview sobre a plataforma de Business Intelligence">
            <a:extLst>
              <a:ext uri="{FF2B5EF4-FFF2-40B4-BE49-F238E27FC236}">
                <a16:creationId xmlns:a16="http://schemas.microsoft.com/office/drawing/2014/main" id="{CABEED8C-0A26-412E-AD0D-F646C99C8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795" y="4167812"/>
            <a:ext cx="1127202" cy="63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096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Apresentação da Turma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altLang="pt-BR" dirty="0"/>
              <a:t>Informações dos alunos</a:t>
            </a:r>
          </a:p>
          <a:p>
            <a:pPr lvl="1">
              <a:lnSpc>
                <a:spcPct val="15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Nome</a:t>
            </a:r>
          </a:p>
          <a:p>
            <a:pPr lvl="1">
              <a:lnSpc>
                <a:spcPct val="15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Formação</a:t>
            </a:r>
          </a:p>
          <a:p>
            <a:pPr lvl="1">
              <a:lnSpc>
                <a:spcPct val="15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Atuação profissional</a:t>
            </a:r>
          </a:p>
          <a:p>
            <a:pPr lvl="1">
              <a:lnSpc>
                <a:spcPct val="15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Experiência com a área/disciplina/curso</a:t>
            </a:r>
          </a:p>
          <a:p>
            <a:pPr lvl="1">
              <a:lnSpc>
                <a:spcPct val="150000"/>
              </a:lnSpc>
            </a:pPr>
            <a:r>
              <a:rPr lang="pt-BR" altLang="pt-B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Algo mais...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689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Expectativa do Professor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dirty="0"/>
              <a:t>Presença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dirty="0"/>
              <a:t>Participação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dirty="0"/>
              <a:t>Trabalho... Muito trabalho...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dirty="0"/>
              <a:t>Realização das atividades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i="1" dirty="0"/>
              <a:t>Feedback... Muito feedback...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Comunicação efetiva </a:t>
            </a:r>
          </a:p>
        </p:txBody>
      </p:sp>
    </p:spTree>
    <p:extLst>
      <p:ext uri="{BB962C8B-B14F-4D97-AF65-F5344CB8AC3E}">
        <p14:creationId xmlns:p14="http://schemas.microsoft.com/office/powerpoint/2010/main" val="4032909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dos Projetos Integradores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t-BR" sz="2800" dirty="0"/>
              <a:t>Os projetos integradores tem o objetivo de agregar os conhecimentos e as habilidades desenvolvidas nas disciplinas e colocá-los em prática em um desafio que permita </a:t>
            </a:r>
            <a:r>
              <a:rPr lang="pt-BR" sz="2800" b="1" dirty="0"/>
              <a:t>consolidar as competências</a:t>
            </a:r>
            <a:r>
              <a:rPr lang="pt-BR" sz="2800" dirty="0"/>
              <a:t> curriculares;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t-BR" sz="2800" dirty="0"/>
              <a:t>Funcionam como elementos para  </a:t>
            </a:r>
            <a:r>
              <a:rPr lang="pt-BR" sz="2800" b="1" dirty="0"/>
              <a:t>simular o ambiente produtivo real;</a:t>
            </a:r>
            <a:endParaRPr lang="pt-BR" sz="28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t-BR" sz="2800" dirty="0"/>
              <a:t>Oportunizam ideias que podem </a:t>
            </a:r>
            <a:r>
              <a:rPr lang="pt-BR" sz="2800" b="1" dirty="0"/>
              <a:t>estruturar empreendimentos </a:t>
            </a:r>
            <a:r>
              <a:rPr lang="pt-BR" sz="2800" dirty="0"/>
              <a:t>comerciais ou sociais;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t-BR" sz="2800" b="1" dirty="0"/>
              <a:t>Gerar impactos na sociedade</a:t>
            </a:r>
            <a:r>
              <a:rPr lang="pt-BR" sz="2800" dirty="0"/>
              <a:t> por meio das Atividades Curriculares de Extensão.</a:t>
            </a:r>
          </a:p>
        </p:txBody>
      </p:sp>
    </p:spTree>
    <p:extLst>
      <p:ext uri="{BB962C8B-B14F-4D97-AF65-F5344CB8AC3E}">
        <p14:creationId xmlns:p14="http://schemas.microsoft.com/office/powerpoint/2010/main" val="2441354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0826"/>
            <a:ext cx="10515600" cy="697556"/>
          </a:xfrm>
        </p:spPr>
        <p:txBody>
          <a:bodyPr/>
          <a:lstStyle/>
          <a:p>
            <a:r>
              <a:rPr lang="pt-BR" dirty="0" smtClean="0"/>
              <a:t>Estruturação dos Projetos Integradores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864691"/>
              </p:ext>
            </p:extLst>
          </p:nvPr>
        </p:nvGraphicFramePr>
        <p:xfrm>
          <a:off x="414337" y="946432"/>
          <a:ext cx="11530012" cy="5911568"/>
        </p:xfrm>
        <a:graphic>
          <a:graphicData uri="http://schemas.openxmlformats.org/drawingml/2006/table">
            <a:tbl>
              <a:tblPr/>
              <a:tblGrid>
                <a:gridCol w="1880308">
                  <a:extLst>
                    <a:ext uri="{9D8B030D-6E8A-4147-A177-3AD203B41FA5}">
                      <a16:colId xmlns:a16="http://schemas.microsoft.com/office/drawing/2014/main" val="2883055258"/>
                    </a:ext>
                  </a:extLst>
                </a:gridCol>
                <a:gridCol w="2806146">
                  <a:extLst>
                    <a:ext uri="{9D8B030D-6E8A-4147-A177-3AD203B41FA5}">
                      <a16:colId xmlns:a16="http://schemas.microsoft.com/office/drawing/2014/main" val="3066260294"/>
                    </a:ext>
                  </a:extLst>
                </a:gridCol>
                <a:gridCol w="2729787">
                  <a:extLst>
                    <a:ext uri="{9D8B030D-6E8A-4147-A177-3AD203B41FA5}">
                      <a16:colId xmlns:a16="http://schemas.microsoft.com/office/drawing/2014/main" val="3051793871"/>
                    </a:ext>
                  </a:extLst>
                </a:gridCol>
                <a:gridCol w="2080747">
                  <a:extLst>
                    <a:ext uri="{9D8B030D-6E8A-4147-A177-3AD203B41FA5}">
                      <a16:colId xmlns:a16="http://schemas.microsoft.com/office/drawing/2014/main" val="2229995008"/>
                    </a:ext>
                  </a:extLst>
                </a:gridCol>
                <a:gridCol w="2033024">
                  <a:extLst>
                    <a:ext uri="{9D8B030D-6E8A-4147-A177-3AD203B41FA5}">
                      <a16:colId xmlns:a16="http://schemas.microsoft.com/office/drawing/2014/main" val="1931766642"/>
                    </a:ext>
                  </a:extLst>
                </a:gridCol>
              </a:tblGrid>
              <a:tr h="34192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Ciclo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CICLO I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CICLO II</a:t>
                      </a:r>
                      <a:endParaRPr lang="pt-BR" sz="2400" dirty="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395205"/>
                  </a:ext>
                </a:extLst>
              </a:tr>
              <a:tr h="34192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Projeto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 I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 II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 III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 IV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44713"/>
                  </a:ext>
                </a:extLst>
              </a:tr>
              <a:tr h="233754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Disciplinas de Insumo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Lógica de Programação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de Dados II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Desenvolvimento de Interfaces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Engenharia de Software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Programação Orientada a Objetos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Desenvolvimento de Sistemas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Fundamentos de Segurança Cibernética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Metodologia de Desenvolvimento de Sistemas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Redes de Computadores</a:t>
                      </a:r>
                      <a:endParaRPr lang="pt-BR" sz="2400" dirty="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Engenharia de Requisitos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Algoritmos e Estruturas de Dados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Análise e Projeto de Sistemas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Desenvolvimento Web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Integração </a:t>
                      </a: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DevOps</a:t>
                      </a:r>
                      <a:endParaRPr lang="pt-BR" sz="2400" dirty="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Projetos (EAD)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de Dados </a:t>
                      </a: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NoSQL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pt-BR" sz="24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Desenvolvimento Mobile</a:t>
                      </a:r>
                      <a:endParaRPr lang="pt-BR" sz="2400" dirty="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Inteligência Artificial </a:t>
                      </a:r>
                      <a:endParaRPr lang="pt-BR" sz="2400" b="1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Testes e Qualidade de Software </a:t>
                      </a:r>
                      <a:endParaRPr lang="pt-BR" sz="2400" b="1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Aprendizagem de Máquina </a:t>
                      </a:r>
                      <a:endParaRPr lang="pt-BR" sz="2400" b="1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Computação em Nuvem</a:t>
                      </a:r>
                      <a:endParaRPr lang="pt-BR" sz="2400" b="1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Empreendedorismo (EAD)</a:t>
                      </a:r>
                      <a:endParaRPr lang="pt-BR" sz="2400" b="1" dirty="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647275"/>
                  </a:ext>
                </a:extLst>
              </a:tr>
              <a:tr h="34192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Articulação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Intra/Multidisciplinar 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Intra/Multidisciplinar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Multi/Interdisciplinar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</a:t>
                      </a: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/Interdisciplinar</a:t>
                      </a:r>
                      <a:endParaRPr lang="pt-BR" sz="2400" b="1" dirty="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841525"/>
                  </a:ext>
                </a:extLst>
              </a:tr>
              <a:tr h="34192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Gerenciamento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Lean (Kanban)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Ágil (Scrum)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Design Thinking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Produtos</a:t>
                      </a:r>
                      <a:endParaRPr lang="pt-BR" sz="2400" b="1" dirty="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82739"/>
                  </a:ext>
                </a:extLst>
              </a:tr>
              <a:tr h="7410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Foco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Análises e algoritmos para problemas complexos e de grande volume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Sítios e Aplicações Web para Difusão do Conhecimento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MVPs de plataformas e Apps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Soluções Completas</a:t>
                      </a:r>
                      <a:endParaRPr lang="pt-BR" sz="2400" b="1" dirty="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8979"/>
                  </a:ext>
                </a:extLst>
              </a:tr>
              <a:tr h="5414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Habilidades Transversais em Gestão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da Configuração</a:t>
                      </a:r>
                      <a:endParaRPr lang="pt-BR" sz="24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Tarefas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da Configuração</a:t>
                      </a:r>
                      <a:endParaRPr lang="pt-BR" sz="24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Tarefas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da Configuração </a:t>
                      </a:r>
                      <a:endParaRPr lang="pt-BR" sz="24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Projetos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da Configuração Gestão de Projetos</a:t>
                      </a:r>
                      <a:endParaRPr lang="pt-BR" sz="2400" b="1" dirty="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769376"/>
                  </a:ext>
                </a:extLst>
              </a:tr>
              <a:tr h="5414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Prêmio Projeto Destaque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Mostra Acadêmica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Pitch de avaliação</a:t>
                      </a:r>
                      <a:endParaRPr lang="pt-BR" sz="240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Disputa</a:t>
                      </a:r>
                      <a:endParaRPr lang="pt-BR" sz="2400" b="1" dirty="0">
                        <a:effectLst/>
                      </a:endParaRPr>
                    </a:p>
                  </a:txBody>
                  <a:tcPr marL="76103" marR="76103" marT="76103" marB="76103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825674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7829551" y="1257300"/>
            <a:ext cx="2071686" cy="5600700"/>
          </a:xfrm>
          <a:prstGeom prst="rect">
            <a:avLst/>
          </a:prstGeom>
          <a:noFill/>
          <a:ln w="666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082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0826"/>
            <a:ext cx="10515600" cy="697556"/>
          </a:xfrm>
        </p:spPr>
        <p:txBody>
          <a:bodyPr/>
          <a:lstStyle/>
          <a:p>
            <a:r>
              <a:rPr lang="pt-BR" dirty="0" smtClean="0"/>
              <a:t>Estruturação dos Projetos Integradores</a:t>
            </a:r>
            <a:endParaRPr lang="pt-B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6288" y="948382"/>
            <a:ext cx="2957512" cy="582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5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15e8868d63_0_0"/>
          <p:cNvSpPr txBox="1">
            <a:spLocks noGrp="1"/>
          </p:cNvSpPr>
          <p:nvPr>
            <p:ph type="title"/>
          </p:nvPr>
        </p:nvSpPr>
        <p:spPr>
          <a:xfrm>
            <a:off x="548875" y="229236"/>
            <a:ext cx="10515600" cy="697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rgbClr val="7030A0"/>
              </a:buClr>
              <a:buSzPts val="3200"/>
            </a:pPr>
            <a:r>
              <a:rPr lang="pt-BR" dirty="0"/>
              <a:t>Premissas</a:t>
            </a:r>
          </a:p>
        </p:txBody>
      </p:sp>
      <p:sp>
        <p:nvSpPr>
          <p:cNvPr id="189" name="Google Shape;189;g115e8868d63_0_0"/>
          <p:cNvSpPr txBox="1">
            <a:spLocks noGrp="1"/>
          </p:cNvSpPr>
          <p:nvPr>
            <p:ph type="body" idx="1"/>
          </p:nvPr>
        </p:nvSpPr>
        <p:spPr>
          <a:xfrm>
            <a:off x="78440" y="1060115"/>
            <a:ext cx="11455200" cy="56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0" tIns="45700" rIns="91425" bIns="45700" anchor="t" anchorCtr="0">
            <a:normAutofit fontScale="77500" lnSpcReduction="20000"/>
          </a:bodyPr>
          <a:lstStyle/>
          <a:p>
            <a:pPr marL="342900" lvl="0" indent="-3333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ahoma" panose="020B0604030504040204"/>
              <a:buChar char="●"/>
            </a:pPr>
            <a:r>
              <a:rPr lang="pt-BR" sz="2900" b="1" dirty="0"/>
              <a:t>O desenvolvimento ou a manutenção de um sistema traz a expectativa da INOVAÇÃO aos processos atuais</a:t>
            </a:r>
            <a:endParaRPr sz="2900" b="1" dirty="0"/>
          </a:p>
          <a:p>
            <a:pPr marL="914400" lvl="0" indent="-3714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pt-BR" sz="2900" dirty="0"/>
              <a:t>A Inovação pode ser Disruptiva ou incremental, mas tem que ser considerada</a:t>
            </a:r>
            <a:endParaRPr sz="2900" dirty="0"/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900" dirty="0"/>
          </a:p>
          <a:p>
            <a:pPr marL="342900" lvl="0" indent="-3333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Tahoma" panose="020B0604030504040204"/>
              <a:buChar char="●"/>
            </a:pPr>
            <a:r>
              <a:rPr lang="pt-BR" sz="2900" b="1" dirty="0"/>
              <a:t>Os sistemas em Projeto Integrador não praticam apenas Conhecimento </a:t>
            </a:r>
            <a:endParaRPr sz="2900" dirty="0"/>
          </a:p>
          <a:p>
            <a:pPr marL="914400" lvl="0" indent="-3714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Tahoma" panose="020B0604030504040204"/>
              <a:buChar char="●"/>
            </a:pPr>
            <a:r>
              <a:rPr lang="pt-BR" sz="29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HABILIDADE e ATITUDES tem que estar na prática</a:t>
            </a:r>
            <a:endParaRPr sz="2900"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914400" lvl="0" indent="-3714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Tahoma" panose="020B0604030504040204"/>
              <a:buChar char="●"/>
            </a:pPr>
            <a:r>
              <a:rPr lang="pt-BR" sz="29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Inovação é o sentido fundamental da TI. Os conhecimentos nos ajudam a alcançar a Inovação.</a:t>
            </a:r>
            <a:endParaRPr sz="2900"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900" dirty="0"/>
          </a:p>
          <a:p>
            <a:pPr marL="342900" lvl="0" indent="-3333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Tahoma" panose="020B0604030504040204"/>
              <a:buChar char="●"/>
            </a:pPr>
            <a:r>
              <a:rPr lang="pt-BR" sz="2900" b="1" dirty="0"/>
              <a:t>INOVAÇÃO não é SÓ inspiração.</a:t>
            </a:r>
            <a:endParaRPr sz="2900" b="1" dirty="0"/>
          </a:p>
          <a:p>
            <a:pPr marL="922020" lvl="0" indent="-52451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pt-BR" sz="2900" dirty="0"/>
              <a:t>É transpiração. É trabalho árduo e que precisa de TEMPO e de TÉCNICAS</a:t>
            </a:r>
            <a:endParaRPr sz="2900" dirty="0"/>
          </a:p>
          <a:p>
            <a:pPr marL="989965" lvl="0" indent="-59245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pt-BR" sz="2900" dirty="0"/>
              <a:t>Qualquer ideia sem TRABALHO estruturado é uma mera inspiração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>
            <a:spLocks noGrp="1"/>
          </p:cNvSpPr>
          <p:nvPr>
            <p:ph type="title"/>
          </p:nvPr>
        </p:nvSpPr>
        <p:spPr>
          <a:xfrm>
            <a:off x="626110" y="365125"/>
            <a:ext cx="10727690" cy="69723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rgbClr val="7030A0"/>
              </a:buClr>
              <a:buSzPts val="3200"/>
            </a:pPr>
            <a:r>
              <a:rPr lang="pt-BR" dirty="0"/>
              <a:t>Princípios da disciplina</a:t>
            </a:r>
          </a:p>
        </p:txBody>
      </p:sp>
      <p:sp>
        <p:nvSpPr>
          <p:cNvPr id="236" name="Google Shape;236;p38"/>
          <p:cNvSpPr txBox="1">
            <a:spLocks noGrp="1"/>
          </p:cNvSpPr>
          <p:nvPr>
            <p:ph type="body" idx="1"/>
          </p:nvPr>
        </p:nvSpPr>
        <p:spPr>
          <a:xfrm>
            <a:off x="626110" y="1534795"/>
            <a:ext cx="11353800" cy="454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6863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</a:rPr>
              <a:t>A disciplina é concebida para </a:t>
            </a:r>
            <a:r>
              <a:rPr lang="pt-BR" b="1" dirty="0">
                <a:solidFill>
                  <a:srgbClr val="000000"/>
                </a:solidFill>
              </a:rPr>
              <a:t>INTEGRAR CONHECIMENTOS ADQUIRIDOS</a:t>
            </a:r>
            <a:endParaRPr dirty="0">
              <a:solidFill>
                <a:srgbClr val="000000"/>
              </a:solidFill>
            </a:endParaRPr>
          </a:p>
          <a:p>
            <a:pPr marL="48387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 panose="020B0604020202020204" pitchFamily="34" charset="0"/>
              <a:buChar char="•"/>
            </a:pPr>
            <a:endParaRPr dirty="0">
              <a:solidFill>
                <a:srgbClr val="000000"/>
              </a:solidFill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</a:rPr>
              <a:t>Voltada para a </a:t>
            </a:r>
            <a:r>
              <a:rPr lang="pt-BR" b="1" dirty="0">
                <a:solidFill>
                  <a:srgbClr val="000000"/>
                </a:solidFill>
              </a:rPr>
              <a:t>PRÁTICA</a:t>
            </a:r>
            <a:r>
              <a:rPr lang="pt-BR" dirty="0">
                <a:solidFill>
                  <a:srgbClr val="000000"/>
                </a:solidFill>
              </a:rPr>
              <a:t> do ALUNO (com Orientação)</a:t>
            </a:r>
            <a:endParaRPr dirty="0">
              <a:solidFill>
                <a:srgbClr val="000000"/>
              </a:solidFill>
            </a:endParaRPr>
          </a:p>
          <a:p>
            <a:pPr marL="48387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 panose="020B0604020202020204" pitchFamily="34" charset="0"/>
              <a:buChar char="•"/>
            </a:pPr>
            <a:endParaRPr dirty="0">
              <a:solidFill>
                <a:srgbClr val="000000"/>
              </a:solidFill>
            </a:endParaRPr>
          </a:p>
          <a:p>
            <a:pPr marL="457200" lvl="0" indent="-4686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</a:rPr>
              <a:t>O acompanhamento do Professor é </a:t>
            </a:r>
            <a:r>
              <a:rPr lang="pt-BR" b="1" dirty="0">
                <a:solidFill>
                  <a:srgbClr val="000000"/>
                </a:solidFill>
              </a:rPr>
              <a:t>PARTE </a:t>
            </a:r>
            <a:r>
              <a:rPr lang="pt-BR" dirty="0">
                <a:solidFill>
                  <a:srgbClr val="000000"/>
                </a:solidFill>
              </a:rPr>
              <a:t>do </a:t>
            </a:r>
            <a:r>
              <a:rPr lang="pt-BR" dirty="0" smtClean="0">
                <a:solidFill>
                  <a:srgbClr val="000000"/>
                </a:solidFill>
              </a:rPr>
              <a:t>PROCESSO</a:t>
            </a:r>
          </a:p>
          <a:p>
            <a:pPr marL="457200" lvl="0" indent="-468630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dirty="0" smtClean="0">
              <a:solidFill>
                <a:srgbClr val="000000"/>
              </a:solidFill>
            </a:endParaRPr>
          </a:p>
          <a:p>
            <a:pPr marL="457200" lvl="0" indent="-468630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rgbClr val="000000"/>
                </a:solidFill>
              </a:rPr>
              <a:t>É </a:t>
            </a:r>
            <a:r>
              <a:rPr lang="pt-BR" dirty="0">
                <a:solidFill>
                  <a:srgbClr val="000000"/>
                </a:solidFill>
              </a:rPr>
              <a:t>realizada em </a:t>
            </a:r>
            <a:r>
              <a:rPr lang="pt-BR" b="1" dirty="0">
                <a:solidFill>
                  <a:srgbClr val="000000"/>
                </a:solidFill>
              </a:rPr>
              <a:t>GRUPOS</a:t>
            </a:r>
            <a:r>
              <a:rPr lang="pt-BR" dirty="0">
                <a:solidFill>
                  <a:srgbClr val="000000"/>
                </a:solidFill>
              </a:rPr>
              <a:t> (de 2 a 4 alunos) – oportunidade para </a:t>
            </a:r>
            <a:r>
              <a:rPr lang="pt-BR" dirty="0" smtClean="0">
                <a:solidFill>
                  <a:srgbClr val="000000"/>
                </a:solidFill>
              </a:rPr>
              <a:t>todos</a:t>
            </a:r>
          </a:p>
          <a:p>
            <a:pPr marL="457200" lvl="0" indent="-468630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dirty="0" smtClean="0">
              <a:solidFill>
                <a:srgbClr val="000000"/>
              </a:solidFill>
            </a:endParaRPr>
          </a:p>
          <a:p>
            <a:pPr marL="457200" lvl="0" indent="-468630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rgbClr val="000000"/>
                </a:solidFill>
              </a:rPr>
              <a:t>A </a:t>
            </a:r>
            <a:r>
              <a:rPr lang="pt-BR" dirty="0">
                <a:solidFill>
                  <a:srgbClr val="000000"/>
                </a:solidFill>
              </a:rPr>
              <a:t>quantidade de alunos depende da proposta do Projeto </a:t>
            </a:r>
            <a:endParaRPr lang="pt-BR" dirty="0" smtClean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  <a:buSzPts val="2400"/>
            </a:pP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smtClean="0">
                <a:solidFill>
                  <a:srgbClr val="000000"/>
                </a:solidFill>
              </a:rPr>
              <a:t>    (</a:t>
            </a:r>
            <a:r>
              <a:rPr lang="pt-BR" dirty="0">
                <a:solidFill>
                  <a:srgbClr val="000000"/>
                </a:solidFill>
              </a:rPr>
              <a:t>projeto grande = equipe grande; projeto pequeno = equipe pequena)</a:t>
            </a:r>
            <a:endParaRPr lang="pt-BR" dirty="0" smtClean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 panose="020B0604020202020204" pitchFamily="34" charset="0"/>
              <a:buChar char="•"/>
            </a:pPr>
            <a:endParaRPr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 panose="020B0604020202020204" pitchFamily="34" charset="0"/>
              <a:buChar char="•"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>
            <a:spLocks noGrp="1"/>
          </p:cNvSpPr>
          <p:nvPr>
            <p:ph type="title"/>
          </p:nvPr>
        </p:nvSpPr>
        <p:spPr>
          <a:xfrm>
            <a:off x="610870" y="365125"/>
            <a:ext cx="10742930" cy="69723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rgbClr val="7030A0"/>
              </a:buClr>
              <a:buSzPts val="3200"/>
            </a:pPr>
            <a:r>
              <a:rPr lang="pt-BR" dirty="0"/>
              <a:t>Princípios da disciplina </a:t>
            </a:r>
            <a:r>
              <a:rPr lang="pt-BR" dirty="0">
                <a:solidFill>
                  <a:srgbClr val="000000"/>
                </a:solidFill>
              </a:rPr>
              <a:t>***</a:t>
            </a:r>
            <a:endParaRPr lang="pt-BR" dirty="0"/>
          </a:p>
        </p:txBody>
      </p:sp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610870" y="1428115"/>
            <a:ext cx="10742930" cy="5144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69000"/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rgbClr val="000000"/>
                </a:solidFill>
              </a:rPr>
              <a:t>O </a:t>
            </a:r>
            <a:r>
              <a:rPr lang="pt-BR" dirty="0">
                <a:solidFill>
                  <a:srgbClr val="000000"/>
                </a:solidFill>
              </a:rPr>
              <a:t>Projeto pode ser </a:t>
            </a:r>
            <a:r>
              <a:rPr lang="pt-BR" dirty="0" smtClean="0">
                <a:solidFill>
                  <a:srgbClr val="000000"/>
                </a:solidFill>
              </a:rPr>
              <a:t>NOVO*</a:t>
            </a:r>
            <a:endParaRPr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69000"/>
              <a:buFont typeface="Arial" panose="020B0604020202020204" pitchFamily="34" charset="0"/>
              <a:buChar char="•"/>
            </a:pPr>
            <a:endParaRPr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69000"/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rgbClr val="000000"/>
                </a:solidFill>
              </a:rPr>
              <a:t>Os </a:t>
            </a:r>
            <a:r>
              <a:rPr lang="pt-BR" dirty="0">
                <a:solidFill>
                  <a:srgbClr val="000000"/>
                </a:solidFill>
              </a:rPr>
              <a:t>Projetos de cada grupo devem ser:</a:t>
            </a:r>
            <a:endParaRPr dirty="0">
              <a:solidFill>
                <a:srgbClr val="000000"/>
              </a:solidFill>
            </a:endParaRPr>
          </a:p>
          <a:p>
            <a:pPr marL="723900" lvl="0" indent="-36258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Char char="•"/>
            </a:pPr>
            <a:r>
              <a:rPr lang="pt-BR" dirty="0">
                <a:solidFill>
                  <a:srgbClr val="000000"/>
                </a:solidFill>
              </a:rPr>
              <a:t>voltados para o mundo real (cliente real</a:t>
            </a:r>
            <a:r>
              <a:rPr lang="pt-BR" dirty="0" smtClean="0">
                <a:solidFill>
                  <a:srgbClr val="000000"/>
                </a:solidFill>
              </a:rPr>
              <a:t>) – </a:t>
            </a:r>
            <a:r>
              <a:rPr lang="pt-BR" b="1" dirty="0" smtClean="0">
                <a:solidFill>
                  <a:srgbClr val="000000"/>
                </a:solidFill>
              </a:rPr>
              <a:t>comunidade externa</a:t>
            </a:r>
            <a:endParaRPr b="1" dirty="0">
              <a:solidFill>
                <a:srgbClr val="000000"/>
              </a:solidFill>
            </a:endParaRPr>
          </a:p>
          <a:p>
            <a:pPr marL="723900" lvl="0" indent="-36258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Char char="•"/>
            </a:pPr>
            <a:r>
              <a:rPr lang="pt-BR" dirty="0" smtClean="0">
                <a:solidFill>
                  <a:srgbClr val="000000"/>
                </a:solidFill>
              </a:rPr>
              <a:t>ter </a:t>
            </a:r>
            <a:r>
              <a:rPr lang="pt-BR" dirty="0">
                <a:solidFill>
                  <a:srgbClr val="000000"/>
                </a:solidFill>
              </a:rPr>
              <a:t>um nível mínimo de complexidade </a:t>
            </a:r>
            <a:r>
              <a:rPr lang="pt-BR" dirty="0" smtClean="0">
                <a:solidFill>
                  <a:srgbClr val="000000"/>
                </a:solidFill>
              </a:rPr>
              <a:t>(</a:t>
            </a:r>
            <a:r>
              <a:rPr lang="pt-BR" dirty="0">
                <a:solidFill>
                  <a:srgbClr val="000000"/>
                </a:solidFill>
              </a:rPr>
              <a:t>não podem só cadastrar e recuperar dados) </a:t>
            </a:r>
            <a:endParaRPr dirty="0">
              <a:solidFill>
                <a:srgbClr val="000000"/>
              </a:solidFill>
            </a:endParaRPr>
          </a:p>
          <a:p>
            <a:pPr marL="723900" lvl="0" indent="-36258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Char char="•"/>
            </a:pPr>
            <a:r>
              <a:rPr lang="pt-BR" dirty="0">
                <a:solidFill>
                  <a:srgbClr val="000000"/>
                </a:solidFill>
              </a:rPr>
              <a:t>apresentar algum grau de </a:t>
            </a:r>
            <a:r>
              <a:rPr lang="pt-BR" dirty="0" smtClean="0">
                <a:solidFill>
                  <a:srgbClr val="000000"/>
                </a:solidFill>
              </a:rPr>
              <a:t>inovação ou solução de problema real</a:t>
            </a:r>
            <a:endParaRPr dirty="0">
              <a:solidFill>
                <a:srgbClr val="000000"/>
              </a:solidFill>
            </a:endParaRPr>
          </a:p>
          <a:p>
            <a:pPr marL="723900" lvl="0" indent="-36258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Char char="•"/>
            </a:pPr>
            <a:r>
              <a:rPr lang="pt-BR" dirty="0">
                <a:solidFill>
                  <a:srgbClr val="000000"/>
                </a:solidFill>
              </a:rPr>
              <a:t>apresentar uma documentação mínima</a:t>
            </a:r>
          </a:p>
          <a:p>
            <a:pPr marL="3810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endParaRPr lang="pt-BR" dirty="0">
              <a:solidFill>
                <a:srgbClr val="000000"/>
              </a:solidFill>
            </a:endParaRPr>
          </a:p>
          <a:p>
            <a:pPr marL="723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/>
              <a:buNone/>
            </a:pPr>
            <a:endParaRPr lang="pt-BR" dirty="0">
              <a:solidFill>
                <a:srgbClr val="000000"/>
              </a:solidFill>
            </a:endParaRPr>
          </a:p>
          <a:p>
            <a:pPr marL="723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/>
              <a:buNone/>
            </a:pPr>
            <a:endParaRPr lang="pt-B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</a:t>
            </a:r>
            <a:r>
              <a:rPr lang="pt-BR" dirty="0" smtClean="0"/>
              <a:t>Ensino: </a:t>
            </a:r>
            <a:r>
              <a:rPr lang="pt-BR" dirty="0"/>
              <a:t>Ementa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239549"/>
            <a:ext cx="10515600" cy="5430192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pt-BR" dirty="0"/>
              <a:t>Desenvolvimento de softwares integrados.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Engenharia </a:t>
            </a:r>
            <a:r>
              <a:rPr lang="pt-BR" dirty="0"/>
              <a:t>de requisitos.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Projeto </a:t>
            </a:r>
            <a:r>
              <a:rPr lang="pt-BR" dirty="0"/>
              <a:t>arquitetural de sistemas.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Design </a:t>
            </a:r>
            <a:r>
              <a:rPr lang="pt-BR" dirty="0" err="1"/>
              <a:t>Thinking</a:t>
            </a:r>
            <a:r>
              <a:rPr lang="pt-BR" dirty="0"/>
              <a:t>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Desenvolvimento </a:t>
            </a:r>
            <a:r>
              <a:rPr lang="pt-BR" dirty="0"/>
              <a:t>de aplicações web.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Desenvolvimento </a:t>
            </a:r>
            <a:r>
              <a:rPr lang="pt-BR" dirty="0"/>
              <a:t>de aplicações móveis.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Programação </a:t>
            </a:r>
            <a:r>
              <a:rPr lang="pt-BR" dirty="0" err="1"/>
              <a:t>multiplataforma</a:t>
            </a:r>
            <a:r>
              <a:rPr lang="pt-BR" dirty="0"/>
              <a:t>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/>
              <a:t>Otimização e desempenho de código. </a:t>
            </a:r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6090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</a:t>
            </a:r>
            <a:r>
              <a:rPr lang="pt-BR" dirty="0" smtClean="0"/>
              <a:t>Ensino: </a:t>
            </a:r>
            <a:r>
              <a:rPr lang="pt-BR" dirty="0"/>
              <a:t>Ementa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239549"/>
            <a:ext cx="10515600" cy="5430192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pt-BR" dirty="0" err="1" smtClean="0"/>
              <a:t>Responsividade</a:t>
            </a:r>
            <a:r>
              <a:rPr lang="pt-BR" dirty="0" smtClean="0"/>
              <a:t> </a:t>
            </a:r>
            <a:r>
              <a:rPr lang="pt-BR" dirty="0"/>
              <a:t>de aplicações.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Gestão </a:t>
            </a:r>
            <a:r>
              <a:rPr lang="pt-BR" dirty="0"/>
              <a:t>de projetos.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Testes </a:t>
            </a:r>
            <a:r>
              <a:rPr lang="pt-BR" dirty="0"/>
              <a:t>de software: planejamento e execução de testes funcionais e não funcionais.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Elaboração </a:t>
            </a:r>
            <a:r>
              <a:rPr lang="pt-BR" dirty="0"/>
              <a:t>de documentação técnica de projeto.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Publicação </a:t>
            </a:r>
            <a:r>
              <a:rPr lang="pt-BR" dirty="0"/>
              <a:t>de aplicações móveis. </a:t>
            </a:r>
            <a:endParaRPr lang="pt-BR" dirty="0" smtClean="0"/>
          </a:p>
          <a:p>
            <a:pPr lvl="1">
              <a:lnSpc>
                <a:spcPct val="150000"/>
              </a:lnSpc>
            </a:pPr>
            <a:r>
              <a:rPr lang="pt-BR" dirty="0" smtClean="0"/>
              <a:t>Geração </a:t>
            </a:r>
            <a:r>
              <a:rPr lang="pt-BR" dirty="0"/>
              <a:t>de modelos conceituais e </a:t>
            </a:r>
            <a:r>
              <a:rPr lang="pt-BR" dirty="0" err="1"/>
              <a:t>MVPs</a:t>
            </a:r>
            <a:r>
              <a:rPr lang="pt-BR" dirty="0"/>
              <a:t> (Produtos Mínimos Viáveis</a:t>
            </a:r>
            <a:r>
              <a:rPr lang="pt-BR" dirty="0" smtClean="0"/>
              <a:t>).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Desenvolvimento </a:t>
            </a:r>
            <a:r>
              <a:rPr lang="pt-BR" dirty="0"/>
              <a:t>de produtos ou serviços de TI com a implementação de aspectos </a:t>
            </a:r>
            <a:r>
              <a:rPr lang="pt-BR" b="1" dirty="0"/>
              <a:t>web e mobile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02739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</a:t>
            </a:r>
            <a:r>
              <a:rPr lang="pt-BR" dirty="0" smtClean="0"/>
              <a:t>Ensino: </a:t>
            </a:r>
            <a:r>
              <a:rPr lang="pt-BR" dirty="0"/>
              <a:t>Competências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27808"/>
            <a:ext cx="10515600" cy="5430192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pt-BR" dirty="0" smtClean="0"/>
              <a:t>Gerir </a:t>
            </a:r>
            <a:r>
              <a:rPr lang="pt-BR" dirty="0"/>
              <a:t>a sua própria aprendizagem e desenvolvimento, incluindo a gestão de tempo e competências organizacionais;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Gerenciar </a:t>
            </a:r>
            <a:r>
              <a:rPr lang="pt-BR" dirty="0"/>
              <a:t>projetos de desenvolvimento de sistemas computacionais;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Empregar </a:t>
            </a:r>
            <a:r>
              <a:rPr lang="pt-BR" dirty="0"/>
              <a:t>metodologias que visem garantir critérios de qualidade ao longo de todas as etapas de desenvolvimento de uma solução computacional;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Conhecer </a:t>
            </a:r>
            <a:r>
              <a:rPr lang="pt-BR" dirty="0"/>
              <a:t>os limites da computação;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Avaliar </a:t>
            </a:r>
            <a:r>
              <a:rPr lang="pt-BR" dirty="0"/>
              <a:t>criticamente projetos de sistemas de computação</a:t>
            </a:r>
            <a:r>
              <a:rPr lang="pt-BR" dirty="0" smtClean="0"/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5301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</a:t>
            </a:r>
            <a:r>
              <a:rPr lang="pt-BR" dirty="0" smtClean="0"/>
              <a:t>Ensino: </a:t>
            </a:r>
            <a:r>
              <a:rPr lang="pt-BR" dirty="0"/>
              <a:t>Competências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27808"/>
            <a:ext cx="10515600" cy="5430192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pt-BR" dirty="0" smtClean="0"/>
              <a:t>Ser </a:t>
            </a:r>
            <a:r>
              <a:rPr lang="pt-BR" dirty="0"/>
              <a:t>capaz de realizar trabalhos cooperativos e entender a força que dele pode ser derivada.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Especificar</a:t>
            </a:r>
            <a:r>
              <a:rPr lang="pt-BR" dirty="0"/>
              <a:t>, projetar, implementar, manter e avaliar sistemas de computação, empregando teorias, práticas e ferramentas adequadas;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Escolher </a:t>
            </a:r>
            <a:r>
              <a:rPr lang="pt-BR" dirty="0"/>
              <a:t>e aplicar boas práticas e técnicas que conduzam ao raciocínio rigoroso no planejamento, na execução e no acompanhamento, na medição e gerenciamento geral da qualidade de sistemas computacionais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9223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</a:t>
            </a:r>
            <a:r>
              <a:rPr lang="pt-BR" dirty="0" smtClean="0"/>
              <a:t>Ensino: </a:t>
            </a:r>
            <a:r>
              <a:rPr lang="pt-BR" dirty="0"/>
              <a:t>Habilidades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27808"/>
            <a:ext cx="10515600" cy="5430192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50000"/>
              </a:lnSpc>
            </a:pPr>
            <a:r>
              <a:rPr lang="pt-BR" dirty="0" smtClean="0"/>
              <a:t>Aplicar </a:t>
            </a:r>
            <a:r>
              <a:rPr lang="pt-BR" dirty="0"/>
              <a:t>técnicas de levantamento e análise de requisitos.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Projetar </a:t>
            </a:r>
            <a:r>
              <a:rPr lang="pt-BR" dirty="0"/>
              <a:t>soluções arquiteturais alinhadas a diferentes domínios de software.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Utilizar </a:t>
            </a:r>
            <a:r>
              <a:rPr lang="pt-BR" dirty="0"/>
              <a:t>Design </a:t>
            </a:r>
            <a:r>
              <a:rPr lang="pt-BR" dirty="0" err="1"/>
              <a:t>Thinking</a:t>
            </a:r>
            <a:r>
              <a:rPr lang="pt-BR" dirty="0"/>
              <a:t> no processo de ideação e prototipagem.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Desenvolver </a:t>
            </a:r>
            <a:r>
              <a:rPr lang="pt-BR" dirty="0"/>
              <a:t>aplicações web, móveis e </a:t>
            </a:r>
            <a:r>
              <a:rPr lang="pt-BR" dirty="0" err="1"/>
              <a:t>multiplataforma</a:t>
            </a:r>
            <a:r>
              <a:rPr lang="pt-BR" dirty="0"/>
              <a:t>.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Aplicar </a:t>
            </a:r>
            <a:r>
              <a:rPr lang="pt-BR" dirty="0"/>
              <a:t>práticas de </a:t>
            </a:r>
            <a:r>
              <a:rPr lang="pt-BR" dirty="0" err="1"/>
              <a:t>responsividade</a:t>
            </a:r>
            <a:r>
              <a:rPr lang="pt-BR" dirty="0"/>
              <a:t>, otimização e desempenho.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Executar </a:t>
            </a:r>
            <a:r>
              <a:rPr lang="pt-BR" dirty="0"/>
              <a:t>testes funcionais e não funcionais.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Elaborar </a:t>
            </a:r>
            <a:r>
              <a:rPr lang="pt-BR" dirty="0"/>
              <a:t>documentação técnica adequada.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Gerenciar </a:t>
            </a:r>
            <a:r>
              <a:rPr lang="pt-BR" dirty="0"/>
              <a:t>projetos de software com metodologias ágeis.</a:t>
            </a:r>
          </a:p>
          <a:p>
            <a:pPr lvl="1">
              <a:lnSpc>
                <a:spcPct val="150000"/>
              </a:lnSpc>
            </a:pPr>
            <a:r>
              <a:rPr lang="pt-BR" dirty="0" smtClean="0"/>
              <a:t>Publicar </a:t>
            </a:r>
            <a:r>
              <a:rPr lang="pt-BR" dirty="0"/>
              <a:t>aplicações móveis e validar </a:t>
            </a:r>
            <a:r>
              <a:rPr lang="pt-BR" dirty="0" err="1"/>
              <a:t>MVPs</a:t>
            </a:r>
            <a:r>
              <a:rPr lang="pt-BR" dirty="0" smtClean="0"/>
              <a:t>.</a:t>
            </a:r>
            <a:endParaRPr lang="pt-B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4140553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</a:t>
            </a:r>
            <a:r>
              <a:rPr lang="pt-BR" dirty="0" smtClean="0"/>
              <a:t>Ensino: Conteúdo Programático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27808"/>
            <a:ext cx="10515600" cy="5430192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pt-BR" dirty="0"/>
              <a:t>Concepção e Arquitetura do Projeto</a:t>
            </a:r>
            <a:r>
              <a:rPr lang="pt-BR" dirty="0" smtClean="0"/>
              <a:t>.</a:t>
            </a:r>
            <a:endParaRPr lang="pt-BR" dirty="0"/>
          </a:p>
          <a:p>
            <a:pPr lvl="1">
              <a:lnSpc>
                <a:spcPct val="150000"/>
              </a:lnSpc>
            </a:pPr>
            <a:r>
              <a:rPr lang="pt-BR" dirty="0"/>
              <a:t>Desenvolvimento da Aplicação Web</a:t>
            </a:r>
            <a:r>
              <a:rPr lang="pt-BR" dirty="0" smtClean="0"/>
              <a:t>.</a:t>
            </a:r>
            <a:endParaRPr lang="pt-BR" dirty="0"/>
          </a:p>
          <a:p>
            <a:pPr lvl="1">
              <a:lnSpc>
                <a:spcPct val="150000"/>
              </a:lnSpc>
            </a:pPr>
            <a:r>
              <a:rPr lang="pt-BR" dirty="0"/>
              <a:t>Desenvolvimento de Aplicações Móveis </a:t>
            </a:r>
            <a:r>
              <a:rPr lang="pt-BR" dirty="0" err="1" smtClean="0"/>
              <a:t>Multiplataforma</a:t>
            </a:r>
            <a:r>
              <a:rPr lang="pt-BR" dirty="0" smtClean="0"/>
              <a:t>.</a:t>
            </a:r>
            <a:endParaRPr lang="pt-BR" dirty="0"/>
          </a:p>
          <a:p>
            <a:pPr lvl="1">
              <a:lnSpc>
                <a:spcPct val="150000"/>
              </a:lnSpc>
            </a:pPr>
            <a:r>
              <a:rPr lang="pt-BR" dirty="0"/>
              <a:t>Otimização, Desempenho e </a:t>
            </a:r>
            <a:r>
              <a:rPr lang="pt-BR" dirty="0" smtClean="0"/>
              <a:t>Qualidade.</a:t>
            </a:r>
            <a:endParaRPr lang="pt-BR" dirty="0"/>
          </a:p>
          <a:p>
            <a:pPr lvl="1">
              <a:lnSpc>
                <a:spcPct val="150000"/>
              </a:lnSpc>
            </a:pPr>
            <a:r>
              <a:rPr lang="pt-BR" dirty="0" smtClean="0"/>
              <a:t>P</a:t>
            </a:r>
            <a:r>
              <a:rPr lang="pt-BR" dirty="0"/>
              <a:t>ublicação de </a:t>
            </a:r>
            <a:r>
              <a:rPr lang="pt-BR" dirty="0" smtClean="0"/>
              <a:t>Software.</a:t>
            </a:r>
            <a:endParaRPr lang="pt-B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650678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</a:t>
            </a:r>
            <a:r>
              <a:rPr lang="pt-BR" dirty="0" smtClean="0"/>
              <a:t>Ensino: Metodologia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Metodologias/Ferramentas ...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Métodos ágeis (SCRUM, XP, TDD, Lean, </a:t>
            </a:r>
            <a:r>
              <a:rPr lang="pt-BR" dirty="0" err="1"/>
              <a:t>Kanban</a:t>
            </a:r>
            <a:r>
              <a:rPr lang="pt-BR" dirty="0" smtClean="0"/>
              <a:t>...) na prática!!!</a:t>
            </a:r>
            <a:endParaRPr lang="pt-BR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SCRUM é fácil aprender, mas difícil de dominar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Mercado de trabalho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Desafio para criar ambiente físico para desenvolvimento e produção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Azure </a:t>
            </a:r>
            <a:r>
              <a:rPr lang="pt-BR" dirty="0" err="1"/>
              <a:t>Devops</a:t>
            </a:r>
            <a:r>
              <a:rPr lang="pt-BR" dirty="0"/>
              <a:t> </a:t>
            </a:r>
            <a:r>
              <a:rPr lang="pt-BR" dirty="0" err="1" smtClean="0"/>
              <a:t>Boards</a:t>
            </a:r>
            <a:r>
              <a:rPr lang="pt-BR" dirty="0" smtClean="0"/>
              <a:t> / </a:t>
            </a:r>
            <a:r>
              <a:rPr lang="pt-BR" dirty="0" err="1" smtClean="0"/>
              <a:t>Github</a:t>
            </a:r>
            <a:endParaRPr lang="pt-BR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Atividade Curricular de Extensão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6167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Critérios da avaliação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Nível de motivação e de preparação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Contribuição para a construção do conhecimento da equipe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Compreender a discussão e aplicar a teoria às tarefas de aprendizagem e/ou às tarefas do projeto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Competências de pensamento crítico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Comportamento profissional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Aprender com a troca de feedbacks entre colegas</a:t>
            </a:r>
          </a:p>
        </p:txBody>
      </p:sp>
    </p:spTree>
    <p:extLst>
      <p:ext uri="{BB962C8B-B14F-4D97-AF65-F5344CB8AC3E}">
        <p14:creationId xmlns:p14="http://schemas.microsoft.com/office/powerpoint/2010/main" val="3172862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t-BR" dirty="0"/>
              <a:t>Método avaliativo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B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Menções Parciais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 avaliação (10%) 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Avaliação da equipe (10%) 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Avaliação do professor referente ao aluno (40%)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Avaliação do professor referente ao trabalho em equipe (40%)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pt-B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Menções Final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Avaliação do projeto e da participação do aluno pelo professor (100%)</a:t>
            </a:r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4242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Diretrizes gerais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pt-BR" sz="2800" dirty="0"/>
              <a:t>Foco na Implantação e Uso do Produto </a:t>
            </a:r>
          </a:p>
          <a:p>
            <a:pPr marL="342900" indent="-342900">
              <a:buFontTx/>
              <a:buChar char="-"/>
            </a:pPr>
            <a:r>
              <a:rPr lang="pt-BR" sz="2800" dirty="0"/>
              <a:t>Uso do Design </a:t>
            </a:r>
            <a:r>
              <a:rPr lang="pt-BR" sz="2800" dirty="0" err="1"/>
              <a:t>Thinking</a:t>
            </a:r>
            <a:r>
              <a:rPr lang="pt-BR" sz="2800" dirty="0"/>
              <a:t> e Prototipação</a:t>
            </a:r>
          </a:p>
          <a:p>
            <a:pPr marL="342900" indent="-342900">
              <a:buFontTx/>
              <a:buChar char="-"/>
            </a:pPr>
            <a:r>
              <a:rPr lang="pt-BR" sz="2800" dirty="0"/>
              <a:t>Artefatos de documentação (mínima, mas necessária)</a:t>
            </a:r>
          </a:p>
          <a:p>
            <a:pPr marL="342900" indent="-342900">
              <a:buFontTx/>
              <a:buChar char="-"/>
            </a:pPr>
            <a:r>
              <a:rPr lang="pt-BR" sz="2800" dirty="0"/>
              <a:t>Interface Web </a:t>
            </a:r>
            <a:r>
              <a:rPr lang="pt-BR" sz="2800" b="1" dirty="0"/>
              <a:t>E</a:t>
            </a:r>
            <a:r>
              <a:rPr lang="pt-BR" sz="2800" dirty="0"/>
              <a:t> Mobile</a:t>
            </a:r>
          </a:p>
          <a:p>
            <a:pPr marL="342900" indent="-342900">
              <a:buFontTx/>
              <a:buChar char="-"/>
            </a:pPr>
            <a:r>
              <a:rPr lang="pt-BR" sz="2800" dirty="0"/>
              <a:t>Empreendedorismo</a:t>
            </a:r>
          </a:p>
          <a:p>
            <a:pPr marL="342900" indent="-342900">
              <a:buFontTx/>
              <a:buChar char="-"/>
            </a:pPr>
            <a:r>
              <a:rPr lang="pt-BR" sz="2800" dirty="0"/>
              <a:t>Prêmio Projeto </a:t>
            </a:r>
            <a:r>
              <a:rPr lang="pt-BR" sz="2800" dirty="0" smtClean="0"/>
              <a:t>Destaque no PI4 (Avaliação)</a:t>
            </a:r>
            <a:endParaRPr lang="pt-BR" sz="2800" dirty="0"/>
          </a:p>
          <a:p>
            <a:pPr marL="342900" indent="-342900">
              <a:buFontTx/>
              <a:buChar char="-"/>
            </a:pPr>
            <a:endParaRPr lang="pt-BR" sz="2800" b="1" dirty="0"/>
          </a:p>
          <a:p>
            <a:pPr marL="342900" indent="-342900">
              <a:buFontTx/>
              <a:buChar char="-"/>
            </a:pPr>
            <a:endParaRPr lang="pt-BR" sz="2800" b="1" dirty="0"/>
          </a:p>
          <a:p>
            <a:pPr marL="342900" indent="-342900">
              <a:buFontTx/>
              <a:buChar char="-"/>
            </a:pPr>
            <a:endParaRPr lang="pt-BR" sz="2800" b="1" dirty="0"/>
          </a:p>
          <a:p>
            <a:pPr marL="342900" indent="-342900">
              <a:buFontTx/>
              <a:buChar char="-"/>
            </a:pPr>
            <a:endParaRPr lang="pt-BR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Aula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Plano detalhado por dia de aula</a:t>
            </a:r>
            <a:endParaRPr lang="pt-B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Pode sofrer alterações durante o transcorrer da disciplina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Disponível no Espaço Aluno (Acadêmico -&gt; Disciplina)</a:t>
            </a:r>
          </a:p>
          <a:p>
            <a:pPr>
              <a:lnSpc>
                <a:spcPct val="150000"/>
              </a:lnSpc>
            </a:pPr>
            <a:endParaRPr lang="pt-B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C7CC150-D7E6-4991-99B2-1D55AC215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3920646" cy="322682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5083435-D9D7-4724-BA8B-BF6E7157F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337" y="3349870"/>
            <a:ext cx="3222791" cy="322682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94737D8-2395-40C9-8161-C5B85992F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748" y="3349869"/>
            <a:ext cx="3717861" cy="322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07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Aula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05784"/>
              </p:ext>
            </p:extLst>
          </p:nvPr>
        </p:nvGraphicFramePr>
        <p:xfrm>
          <a:off x="1028699" y="1997319"/>
          <a:ext cx="6211841" cy="4544526"/>
        </p:xfrm>
        <a:graphic>
          <a:graphicData uri="http://schemas.openxmlformats.org/drawingml/2006/table">
            <a:tbl>
              <a:tblPr/>
              <a:tblGrid>
                <a:gridCol w="224370">
                  <a:extLst>
                    <a:ext uri="{9D8B030D-6E8A-4147-A177-3AD203B41FA5}">
                      <a16:colId xmlns:a16="http://schemas.microsoft.com/office/drawing/2014/main" val="4224356922"/>
                    </a:ext>
                  </a:extLst>
                </a:gridCol>
                <a:gridCol w="339760">
                  <a:extLst>
                    <a:ext uri="{9D8B030D-6E8A-4147-A177-3AD203B41FA5}">
                      <a16:colId xmlns:a16="http://schemas.microsoft.com/office/drawing/2014/main" val="695870837"/>
                    </a:ext>
                  </a:extLst>
                </a:gridCol>
                <a:gridCol w="1218008">
                  <a:extLst>
                    <a:ext uri="{9D8B030D-6E8A-4147-A177-3AD203B41FA5}">
                      <a16:colId xmlns:a16="http://schemas.microsoft.com/office/drawing/2014/main" val="4062450950"/>
                    </a:ext>
                  </a:extLst>
                </a:gridCol>
                <a:gridCol w="551309">
                  <a:extLst>
                    <a:ext uri="{9D8B030D-6E8A-4147-A177-3AD203B41FA5}">
                      <a16:colId xmlns:a16="http://schemas.microsoft.com/office/drawing/2014/main" val="1163325923"/>
                    </a:ext>
                  </a:extLst>
                </a:gridCol>
                <a:gridCol w="641057">
                  <a:extLst>
                    <a:ext uri="{9D8B030D-6E8A-4147-A177-3AD203B41FA5}">
                      <a16:colId xmlns:a16="http://schemas.microsoft.com/office/drawing/2014/main" val="3662095878"/>
                    </a:ext>
                  </a:extLst>
                </a:gridCol>
                <a:gridCol w="1544947">
                  <a:extLst>
                    <a:ext uri="{9D8B030D-6E8A-4147-A177-3AD203B41FA5}">
                      <a16:colId xmlns:a16="http://schemas.microsoft.com/office/drawing/2014/main" val="3073857371"/>
                    </a:ext>
                  </a:extLst>
                </a:gridCol>
                <a:gridCol w="1692390">
                  <a:extLst>
                    <a:ext uri="{9D8B030D-6E8A-4147-A177-3AD203B41FA5}">
                      <a16:colId xmlns:a16="http://schemas.microsoft.com/office/drawing/2014/main" val="785571852"/>
                    </a:ext>
                  </a:extLst>
                </a:gridCol>
              </a:tblGrid>
              <a:tr h="137016"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Aula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Atividade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Sprint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Avaliação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Conteúdo Programático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Artefatos/Entregas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168759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9/fev.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Apresentação da Disciplina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Apresentação da Disciplina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0313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23/fev.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Definição Equipe e Projeto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Empatia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854599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2/mar.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Produção dos Artefatos Iniciais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Empatia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Documento de Visão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26094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9/mar.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Configuração Devops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Definição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029876"/>
                  </a:ext>
                </a:extLst>
              </a:tr>
              <a:tr h="248659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16/mar.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Planejamento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Definição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EAP (Estrutura Analítica do Projeto)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97972"/>
                  </a:ext>
                </a:extLst>
              </a:tr>
              <a:tr h="248659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23/mar.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Planejamento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#01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Prototipagem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180579"/>
                  </a:ext>
                </a:extLst>
              </a:tr>
              <a:tr h="248659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30/mar.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#01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Prototipagem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Protótipo/MER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964545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06/abr.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Entrega / Planejamento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#02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931878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13/abr.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#02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Versão Parcial Projeto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936491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20/abr.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Entrega / Planejamento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#03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1ª Parcial (25%)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956602"/>
                  </a:ext>
                </a:extLst>
              </a:tr>
              <a:tr h="248659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27/abr.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#03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Versão Parcial Projeto e Relatório de Testes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356171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4/mai.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Entrega / Planejamento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#04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252354"/>
                  </a:ext>
                </a:extLst>
              </a:tr>
              <a:tr h="248659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11/mai.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#04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Versão Parcial Projeto e Relatório de Testes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906668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18/mai.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Entrega / Planejamento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#05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862556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25/mai.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#05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Versão Final Projeto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10227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1/jun.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Entrega / Planejamento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#06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2ª Parcial(25%)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Implementação/Lançamento e Iteração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13490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8/jun.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Desenvolvimento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#06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Implementação/Lançamento e Iteração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Relatório de Testes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214209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15/jun.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Entrega / Planejamento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#07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Implementação/Lançamento e Iteração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269626"/>
                  </a:ext>
                </a:extLst>
              </a:tr>
              <a:tr h="248659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22/jun.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Desenvolvimento / PROJETO DESTAQUE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Sprint #07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Implementação/Lançamento e Iteração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Banner, Vídeo Promocional e Apresentação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469756"/>
                  </a:ext>
                </a:extLst>
              </a:tr>
              <a:tr h="20806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29/jun.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MENÇÃO FINAL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700" b="0">
                          <a:effectLst/>
                          <a:latin typeface="Calibri" panose="020F0502020204030204" pitchFamily="34" charset="0"/>
                        </a:rPr>
                        <a:t>3ª Parcial (50%)</a:t>
                      </a: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pt-BR" sz="1200" dirty="0">
                        <a:effectLst/>
                      </a:endParaRPr>
                    </a:p>
                  </a:txBody>
                  <a:tcPr marL="19030" marR="19030" marT="12687" marB="1268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344648"/>
                  </a:ext>
                </a:extLst>
              </a:tr>
            </a:tbl>
          </a:graphicData>
        </a:graphic>
      </p:graphicFrame>
      <p:sp>
        <p:nvSpPr>
          <p:cNvPr id="7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27808"/>
            <a:ext cx="10515600" cy="4540807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Resumo do plano de aula</a:t>
            </a:r>
            <a:endParaRPr lang="pt-BR" sz="2800" b="1" dirty="0"/>
          </a:p>
          <a:p>
            <a:pPr marL="342900" indent="-342900">
              <a:buFontTx/>
              <a:buChar char="-"/>
            </a:pPr>
            <a:endParaRPr lang="pt-BR" sz="2800" b="1" dirty="0"/>
          </a:p>
          <a:p>
            <a:pPr marL="342900" indent="-342900">
              <a:buFontTx/>
              <a:buChar char="-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398196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416965" y="255445"/>
            <a:ext cx="10515600" cy="697556"/>
          </a:xfrm>
        </p:spPr>
        <p:txBody>
          <a:bodyPr/>
          <a:lstStyle/>
          <a:p>
            <a:r>
              <a:rPr lang="pt-BR" dirty="0"/>
              <a:t>Avaliação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E840581-B533-4213-A554-4D5B27EA8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494563"/>
              </p:ext>
            </p:extLst>
          </p:nvPr>
        </p:nvGraphicFramePr>
        <p:xfrm>
          <a:off x="416965" y="1908004"/>
          <a:ext cx="10820399" cy="3465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535">
                  <a:extLst>
                    <a:ext uri="{9D8B030D-6E8A-4147-A177-3AD203B41FA5}">
                      <a16:colId xmlns:a16="http://schemas.microsoft.com/office/drawing/2014/main" val="258755532"/>
                    </a:ext>
                  </a:extLst>
                </a:gridCol>
                <a:gridCol w="4960768">
                  <a:extLst>
                    <a:ext uri="{9D8B030D-6E8A-4147-A177-3AD203B41FA5}">
                      <a16:colId xmlns:a16="http://schemas.microsoft.com/office/drawing/2014/main" val="4275977601"/>
                    </a:ext>
                  </a:extLst>
                </a:gridCol>
                <a:gridCol w="1690339">
                  <a:extLst>
                    <a:ext uri="{9D8B030D-6E8A-4147-A177-3AD203B41FA5}">
                      <a16:colId xmlns:a16="http://schemas.microsoft.com/office/drawing/2014/main" val="1069918591"/>
                    </a:ext>
                  </a:extLst>
                </a:gridCol>
                <a:gridCol w="1728757">
                  <a:extLst>
                    <a:ext uri="{9D8B030D-6E8A-4147-A177-3AD203B41FA5}">
                      <a16:colId xmlns:a16="http://schemas.microsoft.com/office/drawing/2014/main" val="1674745583"/>
                    </a:ext>
                  </a:extLst>
                </a:gridCol>
              </a:tblGrid>
              <a:tr h="546035">
                <a:tc>
                  <a:txBody>
                    <a:bodyPr/>
                    <a:lstStyle/>
                    <a:p>
                      <a:r>
                        <a:rPr lang="pt-BR" dirty="0"/>
                        <a:t>Menção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Avaliação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523628"/>
                  </a:ext>
                </a:extLst>
              </a:tr>
              <a:tr h="546035">
                <a:tc>
                  <a:txBody>
                    <a:bodyPr/>
                    <a:lstStyle/>
                    <a:p>
                      <a:r>
                        <a:rPr lang="pt-BR" sz="2400" dirty="0"/>
                        <a:t>Menção Parcial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Na apresentação da Sprint 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21/04*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350671"/>
                  </a:ext>
                </a:extLst>
              </a:tr>
              <a:tr h="546035">
                <a:tc>
                  <a:txBody>
                    <a:bodyPr/>
                    <a:lstStyle/>
                    <a:p>
                      <a:r>
                        <a:rPr lang="pt-BR" sz="2400" dirty="0"/>
                        <a:t>Menção Parcial 2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Na apresentação da Sprint 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02/06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463670"/>
                  </a:ext>
                </a:extLst>
              </a:tr>
              <a:tr h="546035">
                <a:tc>
                  <a:txBody>
                    <a:bodyPr/>
                    <a:lstStyle/>
                    <a:p>
                      <a:r>
                        <a:rPr lang="pt-BR" sz="2400" dirty="0"/>
                        <a:t>Menção Parcial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Na apresentação da Sprint </a:t>
                      </a:r>
                      <a:r>
                        <a:rPr lang="pt-BR" sz="2400" dirty="0" smtClean="0"/>
                        <a:t>07 (último</a:t>
                      </a:r>
                      <a:r>
                        <a:rPr lang="pt-BR" sz="2400" baseline="0" dirty="0" smtClean="0"/>
                        <a:t> dia de aula)</a:t>
                      </a:r>
                      <a:endParaRPr lang="pt-B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30/06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695432"/>
                  </a:ext>
                </a:extLst>
              </a:tr>
              <a:tr h="1004291">
                <a:tc>
                  <a:txBody>
                    <a:bodyPr/>
                    <a:lstStyle/>
                    <a:p>
                      <a:r>
                        <a:rPr lang="pt-BR" sz="2400" b="1" dirty="0"/>
                        <a:t>Menção Final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/>
                        <a:t>MP1 + MP2 + MP3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30/06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610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652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hlinkClick r:id="rId2"/>
              </a:rPr>
              <a:t>Caderno de Projetos de TI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fontAlgn="base">
              <a:lnSpc>
                <a:spcPct val="170000"/>
              </a:lnSpc>
              <a:buNone/>
            </a:pPr>
            <a:r>
              <a:rPr lang="pt-BR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projetos que o CEUB disponibiliza para serem desenvolvidos pelos alunos das disciplinas de Projeto Integrador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624" y="3133397"/>
            <a:ext cx="4086751" cy="320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29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Lições Aprendidas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Equipes multidisciplinares com dois ou três integrantes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Tempo extra dedicado à aprendizagem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Comprometimento e dedicação com foco no resultado (nas entregas)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Equilíbrio entre Tecnologia x Escopo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Gestão do tempo e comunicação efetiva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Encare como se fosse um </a:t>
            </a:r>
            <a:r>
              <a:rPr lang="pt-BR" sz="2800" dirty="0" smtClean="0"/>
              <a:t>Estágio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800" dirty="0" smtClean="0"/>
              <a:t>Participe do Projeto Destaque!!!</a:t>
            </a:r>
            <a:endParaRPr lang="pt-BR" sz="28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lvl="1">
              <a:lnSpc>
                <a:spcPct val="150000"/>
              </a:lnSpc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035019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Prêmio Projeto Destaque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lvl="1" indent="0" fontAlgn="base">
              <a:lnSpc>
                <a:spcPct val="170000"/>
              </a:lnSpc>
              <a:buNone/>
            </a:pPr>
            <a:r>
              <a:rPr lang="pt-BR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Objetivo </a:t>
            </a:r>
            <a:r>
              <a:rPr lang="pt-BR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Reconhecer os projetos que se destacaram na disciplina de Projeto Integrador II,  nas seguintes categorias:</a:t>
            </a:r>
          </a:p>
          <a:p>
            <a:pPr lvl="1" fontAlgn="base">
              <a:lnSpc>
                <a:spcPct val="170000"/>
              </a:lnSpc>
            </a:pPr>
            <a:r>
              <a:rPr lang="pt-BR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Completude</a:t>
            </a:r>
            <a:r>
              <a:rPr lang="pt-BR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Será considerado o projeto que alcançar a fase mais avançada do ciclo de vida do desenvolvimento do software, com a maior quantidade de funcionalidades implementadas.</a:t>
            </a:r>
          </a:p>
          <a:p>
            <a:pPr lvl="1" fontAlgn="base">
              <a:lnSpc>
                <a:spcPct val="170000"/>
              </a:lnSpc>
            </a:pPr>
            <a:r>
              <a:rPr lang="pt-BR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Inovação</a:t>
            </a:r>
            <a:r>
              <a:rPr lang="pt-BR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O projeto que propuser uma ideia nova em termos de negócio será o vencedor dessa categoria. Não precisa necessariamente estar 100% desenvolvido e entregue, mas terá que ter pelo menos um protótipo funcional executável.</a:t>
            </a:r>
          </a:p>
          <a:p>
            <a:pPr lvl="1" fontAlgn="base">
              <a:lnSpc>
                <a:spcPct val="170000"/>
              </a:lnSpc>
            </a:pPr>
            <a:r>
              <a:rPr lang="pt-BR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Tecnologia</a:t>
            </a:r>
            <a:r>
              <a:rPr lang="pt-BR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Os aspectos tecnológicos de desenvolvimentos serão considerados para avaliar esse quesito. Linguagens, padrões de arquitetura, métodos, ferramentas e técnicas utilizadas no desenvolvimento do projeto serão consideradas na avaliação.</a:t>
            </a:r>
          </a:p>
          <a:p>
            <a:pPr lvl="1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3676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Prêmio Projeto Destaque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lvl="1" indent="0" fontAlgn="base">
              <a:lnSpc>
                <a:spcPct val="170000"/>
              </a:lnSpc>
              <a:buNone/>
            </a:pPr>
            <a:r>
              <a:rPr lang="pt-BR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Recompensas</a:t>
            </a:r>
          </a:p>
          <a:p>
            <a:pPr lvl="1" fontAlgn="base">
              <a:lnSpc>
                <a:spcPct val="170000"/>
              </a:lnSpc>
            </a:pPr>
            <a:r>
              <a:rPr lang="pt-BR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Certificado</a:t>
            </a:r>
            <a:r>
              <a:rPr lang="pt-BR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Será concedido um certificado do prêmio para cada participante dos projetos vencedores.</a:t>
            </a:r>
          </a:p>
          <a:p>
            <a:pPr lvl="1" fontAlgn="base">
              <a:lnSpc>
                <a:spcPct val="170000"/>
              </a:lnSpc>
            </a:pPr>
            <a:r>
              <a:rPr lang="pt-BR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Brindes</a:t>
            </a:r>
            <a:r>
              <a:rPr lang="pt-BR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Cada aluno vencedor receberá uma caneca do prêmio Projeto Destaque e outros brindes a depender</a:t>
            </a:r>
          </a:p>
          <a:p>
            <a:pPr lvl="1" fontAlgn="base">
              <a:lnSpc>
                <a:spcPct val="170000"/>
              </a:lnSpc>
            </a:pPr>
            <a:r>
              <a:rPr lang="pt-B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Divulgação</a:t>
            </a: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Haverá uma divulgação nas redes sociais do curso e canais de notícias do CEUB</a:t>
            </a:r>
          </a:p>
          <a:p>
            <a:pPr lvl="1" fontAlgn="base">
              <a:lnSpc>
                <a:spcPct val="1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2594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Importante!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Comunicação 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Gmail, Sala Online, Espaço Aluno</a:t>
            </a:r>
          </a:p>
          <a:p>
            <a:pPr lvl="1">
              <a:lnSpc>
                <a:spcPct val="150000"/>
              </a:lnSpc>
            </a:pPr>
            <a:r>
              <a:rPr lang="pt-BR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Feedback</a:t>
            </a: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durante a aula</a:t>
            </a:r>
          </a:p>
          <a:p>
            <a:pPr lvl="1">
              <a:lnSpc>
                <a:spcPct val="150000"/>
              </a:lnSpc>
            </a:pPr>
            <a:r>
              <a:rPr lang="pt-B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Whatsapp</a:t>
            </a: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061991197498</a:t>
            </a:r>
          </a:p>
          <a:p>
            <a:pPr>
              <a:lnSpc>
                <a:spcPct val="150000"/>
              </a:lnSpc>
            </a:pPr>
            <a:r>
              <a:rPr lang="pt-BR" dirty="0"/>
              <a:t>Avaliação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Conhecimento (saber, conhecer)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Habilidade  (saber fazer)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Atitude (querer fazer)</a:t>
            </a:r>
          </a:p>
          <a:p>
            <a:pPr>
              <a:lnSpc>
                <a:spcPct val="150000"/>
              </a:lnSpc>
            </a:pPr>
            <a:endParaRPr lang="pt-BR" dirty="0"/>
          </a:p>
        </p:txBody>
      </p:sp>
      <p:pic>
        <p:nvPicPr>
          <p:cNvPr id="4" name="Picture 4" descr="Resultado de imagem para whatsapp imagem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658" y="3316219"/>
            <a:ext cx="537399" cy="53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139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Mensagem</a:t>
            </a:r>
          </a:p>
        </p:txBody>
      </p:sp>
      <p:pic>
        <p:nvPicPr>
          <p:cNvPr id="1028" name="Picture 4" descr="35 frases de trabalho em equipe para motivar o time e seus líderes -  Pensad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081" y="1062682"/>
            <a:ext cx="7288213" cy="556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4040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10" y="-1"/>
            <a:ext cx="12296504" cy="691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694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20040</TotalTime>
  <Words>1566</Words>
  <Application>Microsoft Office PowerPoint</Application>
  <PresentationFormat>Widescreen</PresentationFormat>
  <Paragraphs>398</Paragraphs>
  <Slides>34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Arial</vt:lpstr>
      <vt:lpstr>Calibri</vt:lpstr>
      <vt:lpstr>Tahoma</vt:lpstr>
      <vt:lpstr>Tema do Office</vt:lpstr>
      <vt:lpstr>Apresentação do PowerPoint</vt:lpstr>
      <vt:lpstr>Apresentação do PowerPoint</vt:lpstr>
      <vt:lpstr>Apresentação</vt:lpstr>
      <vt:lpstr>Apresentação</vt:lpstr>
      <vt:lpstr>Apresentação</vt:lpstr>
      <vt:lpstr>SGI</vt:lpstr>
      <vt:lpstr>Apresentação da Turma</vt:lpstr>
      <vt:lpstr>Expectativa do Professor</vt:lpstr>
      <vt:lpstr>Função dos Projetos Integradores</vt:lpstr>
      <vt:lpstr>Estruturação dos Projetos Integradores</vt:lpstr>
      <vt:lpstr>Estruturação dos Projetos Integradores</vt:lpstr>
      <vt:lpstr>Premissas</vt:lpstr>
      <vt:lpstr>Princípios da disciplina</vt:lpstr>
      <vt:lpstr>Princípios da disciplina ***</vt:lpstr>
      <vt:lpstr>Plano de Ensino: Ementa</vt:lpstr>
      <vt:lpstr>Plano de Ensino: Ementa</vt:lpstr>
      <vt:lpstr>Plano de Ensino: Competências</vt:lpstr>
      <vt:lpstr>Plano de Ensino: Competências</vt:lpstr>
      <vt:lpstr>Plano de Ensino: Habilidades</vt:lpstr>
      <vt:lpstr>Plano de Ensino: Conteúdo Programático</vt:lpstr>
      <vt:lpstr>Plano de Ensino: Metodologia</vt:lpstr>
      <vt:lpstr>Plano de Ensino</vt:lpstr>
      <vt:lpstr>Plano de Ensino</vt:lpstr>
      <vt:lpstr>Diretrizes gerais</vt:lpstr>
      <vt:lpstr>Plano de Aula</vt:lpstr>
      <vt:lpstr>Plano de Aula</vt:lpstr>
      <vt:lpstr>Avaliação</vt:lpstr>
      <vt:lpstr>Caderno de Projetos de TI</vt:lpstr>
      <vt:lpstr>Lições Aprendidas</vt:lpstr>
      <vt:lpstr>Prêmio Projeto Destaque</vt:lpstr>
      <vt:lpstr>Prêmio Projeto Destaque</vt:lpstr>
      <vt:lpstr>Importante!</vt:lpstr>
      <vt:lpstr>Mensagem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Henrique Paganotti Perez</dc:creator>
  <cp:lastModifiedBy>Usuário</cp:lastModifiedBy>
  <cp:revision>66</cp:revision>
  <dcterms:created xsi:type="dcterms:W3CDTF">2020-12-15T14:04:25Z</dcterms:created>
  <dcterms:modified xsi:type="dcterms:W3CDTF">2026-02-08T22:35:28Z</dcterms:modified>
</cp:coreProperties>
</file>